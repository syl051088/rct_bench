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20104100" cy="11493500"/>
  <p:notesSz cx="20104100" cy="1149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953"/>
    <p:restoredTop sz="94802"/>
  </p:normalViewPr>
  <p:slideViewPr>
    <p:cSldViewPr>
      <p:cViewPr>
        <p:scale>
          <a:sx n="70" d="100"/>
          <a:sy n="70" d="100"/>
        </p:scale>
        <p:origin x="432" y="8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762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762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C5141-A348-2B4B-BCCA-606596CC162D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36688"/>
            <a:ext cx="6784975" cy="3879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530850"/>
            <a:ext cx="16084550" cy="4525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917238"/>
            <a:ext cx="8712200" cy="5762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917238"/>
            <a:ext cx="8712200" cy="5762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C45963-8617-5047-9579-577C1B36B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132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C45963-8617-5047-9579-577C1B36B3E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53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62985"/>
            <a:ext cx="17088486" cy="2413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436360"/>
            <a:ext cx="14072870" cy="2873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43505"/>
            <a:ext cx="8745284" cy="7585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43505"/>
            <a:ext cx="8745284" cy="7585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66087" y="1710621"/>
            <a:ext cx="819150" cy="559435"/>
          </a:xfrm>
          <a:custGeom>
            <a:avLst/>
            <a:gdLst/>
            <a:ahLst/>
            <a:cxnLst/>
            <a:rect l="l" t="t" r="r" b="b"/>
            <a:pathLst>
              <a:path w="819150" h="559435">
                <a:moveTo>
                  <a:pt x="818541" y="0"/>
                </a:moveTo>
                <a:lnTo>
                  <a:pt x="0" y="0"/>
                </a:lnTo>
                <a:lnTo>
                  <a:pt x="0" y="559291"/>
                </a:lnTo>
                <a:lnTo>
                  <a:pt x="818541" y="559291"/>
                </a:lnTo>
                <a:lnTo>
                  <a:pt x="818541" y="0"/>
                </a:lnTo>
                <a:close/>
              </a:path>
            </a:pathLst>
          </a:custGeom>
          <a:solidFill>
            <a:srgbClr val="4EA7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7177546" y="1710621"/>
            <a:ext cx="819150" cy="559435"/>
          </a:xfrm>
          <a:custGeom>
            <a:avLst/>
            <a:gdLst/>
            <a:ahLst/>
            <a:cxnLst/>
            <a:rect l="l" t="t" r="r" b="b"/>
            <a:pathLst>
              <a:path w="819150" h="559435">
                <a:moveTo>
                  <a:pt x="818541" y="0"/>
                </a:moveTo>
                <a:lnTo>
                  <a:pt x="0" y="0"/>
                </a:lnTo>
                <a:lnTo>
                  <a:pt x="0" y="559291"/>
                </a:lnTo>
                <a:lnTo>
                  <a:pt x="818541" y="559291"/>
                </a:lnTo>
                <a:lnTo>
                  <a:pt x="818541" y="0"/>
                </a:lnTo>
                <a:close/>
              </a:path>
            </a:pathLst>
          </a:custGeom>
          <a:solidFill>
            <a:srgbClr val="4EA7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36740" y="2269914"/>
            <a:ext cx="17459960" cy="336550"/>
          </a:xfrm>
          <a:custGeom>
            <a:avLst/>
            <a:gdLst/>
            <a:ahLst/>
            <a:cxnLst/>
            <a:rect l="l" t="t" r="r" b="b"/>
            <a:pathLst>
              <a:path w="17459960" h="336550">
                <a:moveTo>
                  <a:pt x="6979171" y="0"/>
                </a:moveTo>
                <a:lnTo>
                  <a:pt x="4566615" y="0"/>
                </a:lnTo>
                <a:lnTo>
                  <a:pt x="2154059" y="0"/>
                </a:lnTo>
                <a:lnTo>
                  <a:pt x="0" y="0"/>
                </a:lnTo>
                <a:lnTo>
                  <a:pt x="0" y="336130"/>
                </a:lnTo>
                <a:lnTo>
                  <a:pt x="2154059" y="336130"/>
                </a:lnTo>
                <a:lnTo>
                  <a:pt x="4566615" y="336130"/>
                </a:lnTo>
                <a:lnTo>
                  <a:pt x="6979171" y="336130"/>
                </a:lnTo>
                <a:lnTo>
                  <a:pt x="6979171" y="0"/>
                </a:lnTo>
                <a:close/>
              </a:path>
              <a:path w="17459960" h="336550">
                <a:moveTo>
                  <a:pt x="8010792" y="0"/>
                </a:moveTo>
                <a:lnTo>
                  <a:pt x="7192264" y="0"/>
                </a:lnTo>
                <a:lnTo>
                  <a:pt x="6979183" y="0"/>
                </a:lnTo>
                <a:lnTo>
                  <a:pt x="6979183" y="336130"/>
                </a:lnTo>
                <a:lnTo>
                  <a:pt x="7192251" y="336130"/>
                </a:lnTo>
                <a:lnTo>
                  <a:pt x="8010792" y="336130"/>
                </a:lnTo>
                <a:lnTo>
                  <a:pt x="8010792" y="0"/>
                </a:lnTo>
                <a:close/>
              </a:path>
              <a:path w="17459960" h="336550">
                <a:moveTo>
                  <a:pt x="14802650" y="0"/>
                </a:moveTo>
                <a:lnTo>
                  <a:pt x="14802650" y="0"/>
                </a:lnTo>
                <a:lnTo>
                  <a:pt x="8010804" y="0"/>
                </a:lnTo>
                <a:lnTo>
                  <a:pt x="8010804" y="336130"/>
                </a:lnTo>
                <a:lnTo>
                  <a:pt x="14802650" y="336130"/>
                </a:lnTo>
                <a:lnTo>
                  <a:pt x="14802650" y="0"/>
                </a:lnTo>
                <a:close/>
              </a:path>
              <a:path w="17459960" h="336550">
                <a:moveTo>
                  <a:pt x="15822244" y="0"/>
                </a:moveTo>
                <a:lnTo>
                  <a:pt x="15003717" y="0"/>
                </a:lnTo>
                <a:lnTo>
                  <a:pt x="14802663" y="0"/>
                </a:lnTo>
                <a:lnTo>
                  <a:pt x="14802663" y="336130"/>
                </a:lnTo>
                <a:lnTo>
                  <a:pt x="15003704" y="336130"/>
                </a:lnTo>
                <a:lnTo>
                  <a:pt x="15822244" y="336130"/>
                </a:lnTo>
                <a:lnTo>
                  <a:pt x="15822244" y="0"/>
                </a:lnTo>
                <a:close/>
              </a:path>
              <a:path w="17459960" h="336550">
                <a:moveTo>
                  <a:pt x="17459338" y="0"/>
                </a:moveTo>
                <a:lnTo>
                  <a:pt x="16640798" y="0"/>
                </a:lnTo>
                <a:lnTo>
                  <a:pt x="15822257" y="0"/>
                </a:lnTo>
                <a:lnTo>
                  <a:pt x="15822257" y="336130"/>
                </a:lnTo>
                <a:lnTo>
                  <a:pt x="16640798" y="336130"/>
                </a:lnTo>
                <a:lnTo>
                  <a:pt x="17459338" y="336130"/>
                </a:lnTo>
                <a:lnTo>
                  <a:pt x="17459338" y="0"/>
                </a:lnTo>
                <a:close/>
              </a:path>
            </a:pathLst>
          </a:custGeom>
          <a:solidFill>
            <a:srgbClr val="FFEA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36740" y="2942189"/>
            <a:ext cx="17459960" cy="336550"/>
          </a:xfrm>
          <a:custGeom>
            <a:avLst/>
            <a:gdLst/>
            <a:ahLst/>
            <a:cxnLst/>
            <a:rect l="l" t="t" r="r" b="b"/>
            <a:pathLst>
              <a:path w="17459960" h="336550">
                <a:moveTo>
                  <a:pt x="4566615" y="0"/>
                </a:moveTo>
                <a:lnTo>
                  <a:pt x="2154059" y="0"/>
                </a:lnTo>
                <a:lnTo>
                  <a:pt x="0" y="0"/>
                </a:lnTo>
                <a:lnTo>
                  <a:pt x="0" y="336130"/>
                </a:lnTo>
                <a:lnTo>
                  <a:pt x="2154059" y="336130"/>
                </a:lnTo>
                <a:lnTo>
                  <a:pt x="4566615" y="336130"/>
                </a:lnTo>
                <a:lnTo>
                  <a:pt x="4566615" y="0"/>
                </a:lnTo>
                <a:close/>
              </a:path>
              <a:path w="17459960" h="336550">
                <a:moveTo>
                  <a:pt x="8010792" y="0"/>
                </a:moveTo>
                <a:lnTo>
                  <a:pt x="7192264" y="0"/>
                </a:lnTo>
                <a:lnTo>
                  <a:pt x="6979183" y="0"/>
                </a:lnTo>
                <a:lnTo>
                  <a:pt x="4566628" y="0"/>
                </a:lnTo>
                <a:lnTo>
                  <a:pt x="4566628" y="336130"/>
                </a:lnTo>
                <a:lnTo>
                  <a:pt x="6979183" y="336130"/>
                </a:lnTo>
                <a:lnTo>
                  <a:pt x="7192251" y="336130"/>
                </a:lnTo>
                <a:lnTo>
                  <a:pt x="8010792" y="336130"/>
                </a:lnTo>
                <a:lnTo>
                  <a:pt x="8010792" y="0"/>
                </a:lnTo>
                <a:close/>
              </a:path>
              <a:path w="17459960" h="336550">
                <a:moveTo>
                  <a:pt x="14802650" y="0"/>
                </a:moveTo>
                <a:lnTo>
                  <a:pt x="14802650" y="0"/>
                </a:lnTo>
                <a:lnTo>
                  <a:pt x="8010804" y="0"/>
                </a:lnTo>
                <a:lnTo>
                  <a:pt x="8010804" y="336130"/>
                </a:lnTo>
                <a:lnTo>
                  <a:pt x="14802650" y="336130"/>
                </a:lnTo>
                <a:lnTo>
                  <a:pt x="14802650" y="0"/>
                </a:lnTo>
                <a:close/>
              </a:path>
              <a:path w="17459960" h="336550">
                <a:moveTo>
                  <a:pt x="15822244" y="0"/>
                </a:moveTo>
                <a:lnTo>
                  <a:pt x="15003717" y="0"/>
                </a:lnTo>
                <a:lnTo>
                  <a:pt x="14802663" y="0"/>
                </a:lnTo>
                <a:lnTo>
                  <a:pt x="14802663" y="336130"/>
                </a:lnTo>
                <a:lnTo>
                  <a:pt x="15003704" y="336130"/>
                </a:lnTo>
                <a:lnTo>
                  <a:pt x="15822244" y="336130"/>
                </a:lnTo>
                <a:lnTo>
                  <a:pt x="15822244" y="0"/>
                </a:lnTo>
                <a:close/>
              </a:path>
              <a:path w="17459960" h="336550">
                <a:moveTo>
                  <a:pt x="17459338" y="0"/>
                </a:moveTo>
                <a:lnTo>
                  <a:pt x="16640798" y="0"/>
                </a:lnTo>
                <a:lnTo>
                  <a:pt x="15822257" y="0"/>
                </a:lnTo>
                <a:lnTo>
                  <a:pt x="15822257" y="336130"/>
                </a:lnTo>
                <a:lnTo>
                  <a:pt x="16640798" y="336130"/>
                </a:lnTo>
                <a:lnTo>
                  <a:pt x="17459338" y="336130"/>
                </a:lnTo>
                <a:lnTo>
                  <a:pt x="17459338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536740" y="3614463"/>
            <a:ext cx="17459960" cy="336550"/>
          </a:xfrm>
          <a:custGeom>
            <a:avLst/>
            <a:gdLst/>
            <a:ahLst/>
            <a:cxnLst/>
            <a:rect l="l" t="t" r="r" b="b"/>
            <a:pathLst>
              <a:path w="17459960" h="336550">
                <a:moveTo>
                  <a:pt x="4566615" y="0"/>
                </a:moveTo>
                <a:lnTo>
                  <a:pt x="2154059" y="0"/>
                </a:lnTo>
                <a:lnTo>
                  <a:pt x="0" y="0"/>
                </a:lnTo>
                <a:lnTo>
                  <a:pt x="0" y="336130"/>
                </a:lnTo>
                <a:lnTo>
                  <a:pt x="2154059" y="336130"/>
                </a:lnTo>
                <a:lnTo>
                  <a:pt x="4566615" y="336130"/>
                </a:lnTo>
                <a:lnTo>
                  <a:pt x="4566615" y="0"/>
                </a:lnTo>
                <a:close/>
              </a:path>
              <a:path w="17459960" h="336550">
                <a:moveTo>
                  <a:pt x="8010792" y="0"/>
                </a:moveTo>
                <a:lnTo>
                  <a:pt x="7192264" y="0"/>
                </a:lnTo>
                <a:lnTo>
                  <a:pt x="6979183" y="0"/>
                </a:lnTo>
                <a:lnTo>
                  <a:pt x="4566628" y="0"/>
                </a:lnTo>
                <a:lnTo>
                  <a:pt x="4566628" y="336130"/>
                </a:lnTo>
                <a:lnTo>
                  <a:pt x="6979183" y="336130"/>
                </a:lnTo>
                <a:lnTo>
                  <a:pt x="7192251" y="336130"/>
                </a:lnTo>
                <a:lnTo>
                  <a:pt x="8010792" y="336130"/>
                </a:lnTo>
                <a:lnTo>
                  <a:pt x="8010792" y="0"/>
                </a:lnTo>
                <a:close/>
              </a:path>
              <a:path w="17459960" h="336550">
                <a:moveTo>
                  <a:pt x="9647885" y="0"/>
                </a:moveTo>
                <a:lnTo>
                  <a:pt x="8829345" y="0"/>
                </a:lnTo>
                <a:lnTo>
                  <a:pt x="8010804" y="0"/>
                </a:lnTo>
                <a:lnTo>
                  <a:pt x="8010804" y="336130"/>
                </a:lnTo>
                <a:lnTo>
                  <a:pt x="8829345" y="336130"/>
                </a:lnTo>
                <a:lnTo>
                  <a:pt x="9647885" y="336130"/>
                </a:lnTo>
                <a:lnTo>
                  <a:pt x="9647885" y="0"/>
                </a:lnTo>
                <a:close/>
              </a:path>
              <a:path w="17459960" h="336550">
                <a:moveTo>
                  <a:pt x="15822244" y="0"/>
                </a:moveTo>
                <a:lnTo>
                  <a:pt x="15822244" y="0"/>
                </a:lnTo>
                <a:lnTo>
                  <a:pt x="9647898" y="0"/>
                </a:lnTo>
                <a:lnTo>
                  <a:pt x="9647898" y="336130"/>
                </a:lnTo>
                <a:lnTo>
                  <a:pt x="15822244" y="336130"/>
                </a:lnTo>
                <a:lnTo>
                  <a:pt x="15822244" y="0"/>
                </a:lnTo>
                <a:close/>
              </a:path>
              <a:path w="17459960" h="336550">
                <a:moveTo>
                  <a:pt x="17459338" y="0"/>
                </a:moveTo>
                <a:lnTo>
                  <a:pt x="16640798" y="0"/>
                </a:lnTo>
                <a:lnTo>
                  <a:pt x="15822257" y="0"/>
                </a:lnTo>
                <a:lnTo>
                  <a:pt x="15822257" y="336130"/>
                </a:lnTo>
                <a:lnTo>
                  <a:pt x="16640798" y="336130"/>
                </a:lnTo>
                <a:lnTo>
                  <a:pt x="17459338" y="336130"/>
                </a:lnTo>
                <a:lnTo>
                  <a:pt x="17459338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536740" y="4286738"/>
            <a:ext cx="17459960" cy="336550"/>
          </a:xfrm>
          <a:custGeom>
            <a:avLst/>
            <a:gdLst/>
            <a:ahLst/>
            <a:cxnLst/>
            <a:rect l="l" t="t" r="r" b="b"/>
            <a:pathLst>
              <a:path w="17459960" h="336550">
                <a:moveTo>
                  <a:pt x="4566615" y="0"/>
                </a:moveTo>
                <a:lnTo>
                  <a:pt x="2154059" y="0"/>
                </a:lnTo>
                <a:lnTo>
                  <a:pt x="0" y="0"/>
                </a:lnTo>
                <a:lnTo>
                  <a:pt x="0" y="336130"/>
                </a:lnTo>
                <a:lnTo>
                  <a:pt x="2154059" y="336130"/>
                </a:lnTo>
                <a:lnTo>
                  <a:pt x="4566615" y="336130"/>
                </a:lnTo>
                <a:lnTo>
                  <a:pt x="4566615" y="0"/>
                </a:lnTo>
                <a:close/>
              </a:path>
              <a:path w="17459960" h="336550">
                <a:moveTo>
                  <a:pt x="8010792" y="0"/>
                </a:moveTo>
                <a:lnTo>
                  <a:pt x="7192264" y="0"/>
                </a:lnTo>
                <a:lnTo>
                  <a:pt x="6979183" y="0"/>
                </a:lnTo>
                <a:lnTo>
                  <a:pt x="4566628" y="0"/>
                </a:lnTo>
                <a:lnTo>
                  <a:pt x="4566628" y="336130"/>
                </a:lnTo>
                <a:lnTo>
                  <a:pt x="6979183" y="336130"/>
                </a:lnTo>
                <a:lnTo>
                  <a:pt x="7192251" y="336130"/>
                </a:lnTo>
                <a:lnTo>
                  <a:pt x="8010792" y="336130"/>
                </a:lnTo>
                <a:lnTo>
                  <a:pt x="8010792" y="0"/>
                </a:lnTo>
                <a:close/>
              </a:path>
              <a:path w="17459960" h="336550">
                <a:moveTo>
                  <a:pt x="9647885" y="0"/>
                </a:moveTo>
                <a:lnTo>
                  <a:pt x="8829345" y="0"/>
                </a:lnTo>
                <a:lnTo>
                  <a:pt x="8010804" y="0"/>
                </a:lnTo>
                <a:lnTo>
                  <a:pt x="8010804" y="336130"/>
                </a:lnTo>
                <a:lnTo>
                  <a:pt x="8829345" y="336130"/>
                </a:lnTo>
                <a:lnTo>
                  <a:pt x="9647885" y="336130"/>
                </a:lnTo>
                <a:lnTo>
                  <a:pt x="9647885" y="0"/>
                </a:lnTo>
                <a:close/>
              </a:path>
              <a:path w="17459960" h="336550">
                <a:moveTo>
                  <a:pt x="17459338" y="0"/>
                </a:moveTo>
                <a:lnTo>
                  <a:pt x="17459338" y="0"/>
                </a:lnTo>
                <a:lnTo>
                  <a:pt x="9647898" y="0"/>
                </a:lnTo>
                <a:lnTo>
                  <a:pt x="9647898" y="336130"/>
                </a:lnTo>
                <a:lnTo>
                  <a:pt x="17459338" y="336130"/>
                </a:lnTo>
                <a:lnTo>
                  <a:pt x="17459338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536740" y="4622869"/>
            <a:ext cx="17459960" cy="336550"/>
          </a:xfrm>
          <a:custGeom>
            <a:avLst/>
            <a:gdLst/>
            <a:ahLst/>
            <a:cxnLst/>
            <a:rect l="l" t="t" r="r" b="b"/>
            <a:pathLst>
              <a:path w="17459960" h="336550">
                <a:moveTo>
                  <a:pt x="2154059" y="0"/>
                </a:moveTo>
                <a:lnTo>
                  <a:pt x="0" y="0"/>
                </a:lnTo>
                <a:lnTo>
                  <a:pt x="0" y="336143"/>
                </a:lnTo>
                <a:lnTo>
                  <a:pt x="2154059" y="336143"/>
                </a:lnTo>
                <a:lnTo>
                  <a:pt x="2154059" y="0"/>
                </a:lnTo>
                <a:close/>
              </a:path>
              <a:path w="17459960" h="336550">
                <a:moveTo>
                  <a:pt x="9647885" y="0"/>
                </a:moveTo>
                <a:lnTo>
                  <a:pt x="9647885" y="0"/>
                </a:lnTo>
                <a:lnTo>
                  <a:pt x="2154072" y="0"/>
                </a:lnTo>
                <a:lnTo>
                  <a:pt x="2154072" y="336143"/>
                </a:lnTo>
                <a:lnTo>
                  <a:pt x="9647885" y="336143"/>
                </a:lnTo>
                <a:lnTo>
                  <a:pt x="9647885" y="0"/>
                </a:lnTo>
                <a:close/>
              </a:path>
              <a:path w="17459960" h="336550">
                <a:moveTo>
                  <a:pt x="17459338" y="0"/>
                </a:moveTo>
                <a:lnTo>
                  <a:pt x="17459338" y="0"/>
                </a:lnTo>
                <a:lnTo>
                  <a:pt x="9647898" y="0"/>
                </a:lnTo>
                <a:lnTo>
                  <a:pt x="9647898" y="336143"/>
                </a:lnTo>
                <a:lnTo>
                  <a:pt x="17459338" y="336143"/>
                </a:lnTo>
                <a:lnTo>
                  <a:pt x="17459338" y="0"/>
                </a:lnTo>
                <a:close/>
              </a:path>
            </a:pathLst>
          </a:custGeom>
          <a:solidFill>
            <a:srgbClr val="FFEA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536740" y="5295143"/>
            <a:ext cx="17459960" cy="336550"/>
          </a:xfrm>
          <a:custGeom>
            <a:avLst/>
            <a:gdLst/>
            <a:ahLst/>
            <a:cxnLst/>
            <a:rect l="l" t="t" r="r" b="b"/>
            <a:pathLst>
              <a:path w="17459960" h="336550">
                <a:moveTo>
                  <a:pt x="2154059" y="0"/>
                </a:moveTo>
                <a:lnTo>
                  <a:pt x="0" y="0"/>
                </a:lnTo>
                <a:lnTo>
                  <a:pt x="0" y="336143"/>
                </a:lnTo>
                <a:lnTo>
                  <a:pt x="2154059" y="336143"/>
                </a:lnTo>
                <a:lnTo>
                  <a:pt x="2154059" y="0"/>
                </a:lnTo>
                <a:close/>
              </a:path>
              <a:path w="17459960" h="336550">
                <a:moveTo>
                  <a:pt x="9647885" y="0"/>
                </a:moveTo>
                <a:lnTo>
                  <a:pt x="9647885" y="0"/>
                </a:lnTo>
                <a:lnTo>
                  <a:pt x="2154072" y="0"/>
                </a:lnTo>
                <a:lnTo>
                  <a:pt x="2154072" y="336143"/>
                </a:lnTo>
                <a:lnTo>
                  <a:pt x="9647885" y="336143"/>
                </a:lnTo>
                <a:lnTo>
                  <a:pt x="9647885" y="0"/>
                </a:lnTo>
                <a:close/>
              </a:path>
              <a:path w="17459960" h="336550">
                <a:moveTo>
                  <a:pt x="17459338" y="0"/>
                </a:moveTo>
                <a:lnTo>
                  <a:pt x="17459338" y="0"/>
                </a:lnTo>
                <a:lnTo>
                  <a:pt x="9647898" y="0"/>
                </a:lnTo>
                <a:lnTo>
                  <a:pt x="9647898" y="336143"/>
                </a:lnTo>
                <a:lnTo>
                  <a:pt x="17459338" y="336143"/>
                </a:lnTo>
                <a:lnTo>
                  <a:pt x="17459338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36740" y="5967418"/>
            <a:ext cx="17459960" cy="336550"/>
          </a:xfrm>
          <a:custGeom>
            <a:avLst/>
            <a:gdLst/>
            <a:ahLst/>
            <a:cxnLst/>
            <a:rect l="l" t="t" r="r" b="b"/>
            <a:pathLst>
              <a:path w="17459960" h="336550">
                <a:moveTo>
                  <a:pt x="2154059" y="0"/>
                </a:moveTo>
                <a:lnTo>
                  <a:pt x="0" y="0"/>
                </a:lnTo>
                <a:lnTo>
                  <a:pt x="0" y="336143"/>
                </a:lnTo>
                <a:lnTo>
                  <a:pt x="2154059" y="336143"/>
                </a:lnTo>
                <a:lnTo>
                  <a:pt x="2154059" y="0"/>
                </a:lnTo>
                <a:close/>
              </a:path>
              <a:path w="17459960" h="336550">
                <a:moveTo>
                  <a:pt x="9647885" y="0"/>
                </a:moveTo>
                <a:lnTo>
                  <a:pt x="9647885" y="0"/>
                </a:lnTo>
                <a:lnTo>
                  <a:pt x="2154072" y="0"/>
                </a:lnTo>
                <a:lnTo>
                  <a:pt x="2154072" y="336143"/>
                </a:lnTo>
                <a:lnTo>
                  <a:pt x="9647885" y="336143"/>
                </a:lnTo>
                <a:lnTo>
                  <a:pt x="9647885" y="0"/>
                </a:lnTo>
                <a:close/>
              </a:path>
              <a:path w="17459960" h="336550">
                <a:moveTo>
                  <a:pt x="16640798" y="0"/>
                </a:moveTo>
                <a:lnTo>
                  <a:pt x="16640798" y="0"/>
                </a:lnTo>
                <a:lnTo>
                  <a:pt x="9647898" y="0"/>
                </a:lnTo>
                <a:lnTo>
                  <a:pt x="9647898" y="336143"/>
                </a:lnTo>
                <a:lnTo>
                  <a:pt x="16640798" y="336143"/>
                </a:lnTo>
                <a:lnTo>
                  <a:pt x="16640798" y="0"/>
                </a:lnTo>
                <a:close/>
              </a:path>
              <a:path w="17459960" h="336550">
                <a:moveTo>
                  <a:pt x="17459351" y="0"/>
                </a:moveTo>
                <a:lnTo>
                  <a:pt x="16640810" y="0"/>
                </a:lnTo>
                <a:lnTo>
                  <a:pt x="16640810" y="336143"/>
                </a:lnTo>
                <a:lnTo>
                  <a:pt x="17459351" y="336143"/>
                </a:lnTo>
                <a:lnTo>
                  <a:pt x="17459351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536740" y="6639692"/>
            <a:ext cx="17459960" cy="336550"/>
          </a:xfrm>
          <a:custGeom>
            <a:avLst/>
            <a:gdLst/>
            <a:ahLst/>
            <a:cxnLst/>
            <a:rect l="l" t="t" r="r" b="b"/>
            <a:pathLst>
              <a:path w="17459960" h="336550">
                <a:moveTo>
                  <a:pt x="2154059" y="0"/>
                </a:moveTo>
                <a:lnTo>
                  <a:pt x="0" y="0"/>
                </a:lnTo>
                <a:lnTo>
                  <a:pt x="0" y="336143"/>
                </a:lnTo>
                <a:lnTo>
                  <a:pt x="2154059" y="336143"/>
                </a:lnTo>
                <a:lnTo>
                  <a:pt x="2154059" y="0"/>
                </a:lnTo>
                <a:close/>
              </a:path>
              <a:path w="17459960" h="336550">
                <a:moveTo>
                  <a:pt x="16640798" y="0"/>
                </a:moveTo>
                <a:lnTo>
                  <a:pt x="16640798" y="0"/>
                </a:lnTo>
                <a:lnTo>
                  <a:pt x="2154072" y="0"/>
                </a:lnTo>
                <a:lnTo>
                  <a:pt x="2154072" y="336143"/>
                </a:lnTo>
                <a:lnTo>
                  <a:pt x="16640798" y="336143"/>
                </a:lnTo>
                <a:lnTo>
                  <a:pt x="16640798" y="0"/>
                </a:lnTo>
                <a:close/>
              </a:path>
              <a:path w="17459960" h="336550">
                <a:moveTo>
                  <a:pt x="17459351" y="0"/>
                </a:moveTo>
                <a:lnTo>
                  <a:pt x="16640810" y="0"/>
                </a:lnTo>
                <a:lnTo>
                  <a:pt x="16640810" y="336143"/>
                </a:lnTo>
                <a:lnTo>
                  <a:pt x="17459351" y="336143"/>
                </a:lnTo>
                <a:lnTo>
                  <a:pt x="17459351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36740" y="6975836"/>
            <a:ext cx="17459960" cy="336550"/>
          </a:xfrm>
          <a:custGeom>
            <a:avLst/>
            <a:gdLst/>
            <a:ahLst/>
            <a:cxnLst/>
            <a:rect l="l" t="t" r="r" b="b"/>
            <a:pathLst>
              <a:path w="17459960" h="336550">
                <a:moveTo>
                  <a:pt x="2154059" y="0"/>
                </a:moveTo>
                <a:lnTo>
                  <a:pt x="0" y="0"/>
                </a:lnTo>
                <a:lnTo>
                  <a:pt x="0" y="336130"/>
                </a:lnTo>
                <a:lnTo>
                  <a:pt x="2154059" y="336130"/>
                </a:lnTo>
                <a:lnTo>
                  <a:pt x="2154059" y="0"/>
                </a:lnTo>
                <a:close/>
              </a:path>
              <a:path w="17459960" h="336550">
                <a:moveTo>
                  <a:pt x="16640798" y="0"/>
                </a:moveTo>
                <a:lnTo>
                  <a:pt x="16640798" y="0"/>
                </a:lnTo>
                <a:lnTo>
                  <a:pt x="2154072" y="0"/>
                </a:lnTo>
                <a:lnTo>
                  <a:pt x="2154072" y="336130"/>
                </a:lnTo>
                <a:lnTo>
                  <a:pt x="16640798" y="336130"/>
                </a:lnTo>
                <a:lnTo>
                  <a:pt x="16640798" y="0"/>
                </a:lnTo>
                <a:close/>
              </a:path>
              <a:path w="17459960" h="336550">
                <a:moveTo>
                  <a:pt x="17459351" y="0"/>
                </a:moveTo>
                <a:lnTo>
                  <a:pt x="16640810" y="0"/>
                </a:lnTo>
                <a:lnTo>
                  <a:pt x="16640810" y="336130"/>
                </a:lnTo>
                <a:lnTo>
                  <a:pt x="17459351" y="336130"/>
                </a:lnTo>
                <a:lnTo>
                  <a:pt x="17459351" y="0"/>
                </a:lnTo>
                <a:close/>
              </a:path>
            </a:pathLst>
          </a:custGeom>
          <a:solidFill>
            <a:srgbClr val="FFEA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36752" y="7648110"/>
            <a:ext cx="17459960" cy="336550"/>
          </a:xfrm>
          <a:custGeom>
            <a:avLst/>
            <a:gdLst/>
            <a:ahLst/>
            <a:cxnLst/>
            <a:rect l="l" t="t" r="r" b="b"/>
            <a:pathLst>
              <a:path w="17459960" h="336550">
                <a:moveTo>
                  <a:pt x="16640785" y="0"/>
                </a:moveTo>
                <a:lnTo>
                  <a:pt x="16640785" y="0"/>
                </a:lnTo>
                <a:lnTo>
                  <a:pt x="0" y="0"/>
                </a:lnTo>
                <a:lnTo>
                  <a:pt x="0" y="336130"/>
                </a:lnTo>
                <a:lnTo>
                  <a:pt x="16640785" y="336130"/>
                </a:lnTo>
                <a:lnTo>
                  <a:pt x="16640785" y="0"/>
                </a:lnTo>
                <a:close/>
              </a:path>
              <a:path w="17459960" h="336550">
                <a:moveTo>
                  <a:pt x="17459338" y="0"/>
                </a:moveTo>
                <a:lnTo>
                  <a:pt x="16640798" y="0"/>
                </a:lnTo>
                <a:lnTo>
                  <a:pt x="16640798" y="336130"/>
                </a:lnTo>
                <a:lnTo>
                  <a:pt x="17459338" y="336130"/>
                </a:lnTo>
                <a:lnTo>
                  <a:pt x="17459338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36752" y="8320385"/>
            <a:ext cx="17459960" cy="336550"/>
          </a:xfrm>
          <a:custGeom>
            <a:avLst/>
            <a:gdLst/>
            <a:ahLst/>
            <a:cxnLst/>
            <a:rect l="l" t="t" r="r" b="b"/>
            <a:pathLst>
              <a:path w="17459960" h="336550">
                <a:moveTo>
                  <a:pt x="6979171" y="0"/>
                </a:moveTo>
                <a:lnTo>
                  <a:pt x="4566615" y="0"/>
                </a:lnTo>
                <a:lnTo>
                  <a:pt x="2154059" y="0"/>
                </a:lnTo>
                <a:lnTo>
                  <a:pt x="0" y="0"/>
                </a:lnTo>
                <a:lnTo>
                  <a:pt x="0" y="336130"/>
                </a:lnTo>
                <a:lnTo>
                  <a:pt x="2154059" y="336130"/>
                </a:lnTo>
                <a:lnTo>
                  <a:pt x="4566615" y="336130"/>
                </a:lnTo>
                <a:lnTo>
                  <a:pt x="6979171" y="336130"/>
                </a:lnTo>
                <a:lnTo>
                  <a:pt x="6979171" y="0"/>
                </a:lnTo>
                <a:close/>
              </a:path>
              <a:path w="17459960" h="336550">
                <a:moveTo>
                  <a:pt x="14802650" y="0"/>
                </a:moveTo>
                <a:lnTo>
                  <a:pt x="14802650" y="0"/>
                </a:lnTo>
                <a:lnTo>
                  <a:pt x="6979183" y="0"/>
                </a:lnTo>
                <a:lnTo>
                  <a:pt x="6979183" y="336130"/>
                </a:lnTo>
                <a:lnTo>
                  <a:pt x="14802650" y="336130"/>
                </a:lnTo>
                <a:lnTo>
                  <a:pt x="14802650" y="0"/>
                </a:lnTo>
                <a:close/>
              </a:path>
              <a:path w="17459960" h="336550">
                <a:moveTo>
                  <a:pt x="16640785" y="0"/>
                </a:moveTo>
                <a:lnTo>
                  <a:pt x="15822244" y="0"/>
                </a:lnTo>
                <a:lnTo>
                  <a:pt x="15003717" y="0"/>
                </a:lnTo>
                <a:lnTo>
                  <a:pt x="14802663" y="0"/>
                </a:lnTo>
                <a:lnTo>
                  <a:pt x="14802663" y="336130"/>
                </a:lnTo>
                <a:lnTo>
                  <a:pt x="15003704" y="336130"/>
                </a:lnTo>
                <a:lnTo>
                  <a:pt x="15822244" y="336130"/>
                </a:lnTo>
                <a:lnTo>
                  <a:pt x="16640785" y="336130"/>
                </a:lnTo>
                <a:lnTo>
                  <a:pt x="16640785" y="0"/>
                </a:lnTo>
                <a:close/>
              </a:path>
              <a:path w="17459960" h="336550">
                <a:moveTo>
                  <a:pt x="17459338" y="0"/>
                </a:moveTo>
                <a:lnTo>
                  <a:pt x="16640798" y="0"/>
                </a:lnTo>
                <a:lnTo>
                  <a:pt x="16640798" y="336130"/>
                </a:lnTo>
                <a:lnTo>
                  <a:pt x="17459338" y="336130"/>
                </a:lnTo>
                <a:lnTo>
                  <a:pt x="17459338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36752" y="8992660"/>
            <a:ext cx="17459960" cy="336550"/>
          </a:xfrm>
          <a:custGeom>
            <a:avLst/>
            <a:gdLst/>
            <a:ahLst/>
            <a:cxnLst/>
            <a:rect l="l" t="t" r="r" b="b"/>
            <a:pathLst>
              <a:path w="17459960" h="336550">
                <a:moveTo>
                  <a:pt x="6979171" y="0"/>
                </a:moveTo>
                <a:lnTo>
                  <a:pt x="4566615" y="0"/>
                </a:lnTo>
                <a:lnTo>
                  <a:pt x="2154059" y="0"/>
                </a:lnTo>
                <a:lnTo>
                  <a:pt x="0" y="0"/>
                </a:lnTo>
                <a:lnTo>
                  <a:pt x="0" y="336130"/>
                </a:lnTo>
                <a:lnTo>
                  <a:pt x="2154059" y="336130"/>
                </a:lnTo>
                <a:lnTo>
                  <a:pt x="4566615" y="336130"/>
                </a:lnTo>
                <a:lnTo>
                  <a:pt x="6979171" y="336130"/>
                </a:lnTo>
                <a:lnTo>
                  <a:pt x="6979171" y="0"/>
                </a:lnTo>
                <a:close/>
              </a:path>
              <a:path w="17459960" h="336550">
                <a:moveTo>
                  <a:pt x="14802650" y="0"/>
                </a:moveTo>
                <a:lnTo>
                  <a:pt x="14802650" y="0"/>
                </a:lnTo>
                <a:lnTo>
                  <a:pt x="6979183" y="0"/>
                </a:lnTo>
                <a:lnTo>
                  <a:pt x="6979183" y="336130"/>
                </a:lnTo>
                <a:lnTo>
                  <a:pt x="14802650" y="336130"/>
                </a:lnTo>
                <a:lnTo>
                  <a:pt x="14802650" y="0"/>
                </a:lnTo>
                <a:close/>
              </a:path>
              <a:path w="17459960" h="336550">
                <a:moveTo>
                  <a:pt x="15822244" y="0"/>
                </a:moveTo>
                <a:lnTo>
                  <a:pt x="15003717" y="0"/>
                </a:lnTo>
                <a:lnTo>
                  <a:pt x="14802663" y="0"/>
                </a:lnTo>
                <a:lnTo>
                  <a:pt x="14802663" y="336130"/>
                </a:lnTo>
                <a:lnTo>
                  <a:pt x="15003704" y="336130"/>
                </a:lnTo>
                <a:lnTo>
                  <a:pt x="15822244" y="336130"/>
                </a:lnTo>
                <a:lnTo>
                  <a:pt x="15822244" y="0"/>
                </a:lnTo>
                <a:close/>
              </a:path>
              <a:path w="17459960" h="336550">
                <a:moveTo>
                  <a:pt x="17459338" y="0"/>
                </a:moveTo>
                <a:lnTo>
                  <a:pt x="16640798" y="0"/>
                </a:lnTo>
                <a:lnTo>
                  <a:pt x="15822257" y="0"/>
                </a:lnTo>
                <a:lnTo>
                  <a:pt x="15822257" y="336130"/>
                </a:lnTo>
                <a:lnTo>
                  <a:pt x="16640798" y="336130"/>
                </a:lnTo>
                <a:lnTo>
                  <a:pt x="17459338" y="336130"/>
                </a:lnTo>
                <a:lnTo>
                  <a:pt x="17459338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9740"/>
            <a:ext cx="18093690" cy="1838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43505"/>
            <a:ext cx="18093690" cy="7585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688955"/>
            <a:ext cx="6433312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688955"/>
            <a:ext cx="4623943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688955"/>
            <a:ext cx="4623943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51534" y="1969059"/>
            <a:ext cx="6018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68245" algn="l"/>
                <a:tab pos="4764405" algn="l"/>
                <a:tab pos="5604510" algn="l"/>
              </a:tabLst>
            </a:pPr>
            <a:r>
              <a:rPr sz="1600" b="1" dirty="0">
                <a:latin typeface="Arial"/>
                <a:cs typeface="Arial"/>
              </a:rPr>
              <a:t>Precision: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PVR</a:t>
            </a:r>
            <a:r>
              <a:rPr sz="1600" b="1" dirty="0">
                <a:latin typeface="Arial"/>
                <a:cs typeface="Arial"/>
              </a:rPr>
              <a:t>	</a:t>
            </a:r>
            <a:r>
              <a:rPr sz="2400" b="1" baseline="3472" dirty="0">
                <a:latin typeface="Arial"/>
                <a:cs typeface="Arial"/>
              </a:rPr>
              <a:t>Estimate</a:t>
            </a:r>
            <a:r>
              <a:rPr sz="2400" b="1" spc="292" baseline="3472" dirty="0">
                <a:latin typeface="Arial"/>
                <a:cs typeface="Arial"/>
              </a:rPr>
              <a:t> </a:t>
            </a:r>
            <a:r>
              <a:rPr sz="2400" b="1" spc="-15" baseline="3472" dirty="0">
                <a:latin typeface="Arial"/>
                <a:cs typeface="Arial"/>
              </a:rPr>
              <a:t>Shift</a:t>
            </a:r>
            <a:r>
              <a:rPr sz="2400" b="1" baseline="3472" dirty="0">
                <a:latin typeface="Arial"/>
                <a:cs typeface="Arial"/>
              </a:rPr>
              <a:t>	</a:t>
            </a:r>
            <a:r>
              <a:rPr sz="1600" b="1" spc="-25" dirty="0">
                <a:latin typeface="Arial"/>
                <a:cs typeface="Arial"/>
              </a:rPr>
              <a:t>CAG</a:t>
            </a:r>
            <a:r>
              <a:rPr sz="1600" b="1" dirty="0">
                <a:latin typeface="Arial"/>
                <a:cs typeface="Arial"/>
              </a:rPr>
              <a:t>	</a:t>
            </a:r>
            <a:r>
              <a:rPr sz="1600" b="1" spc="-30" dirty="0">
                <a:latin typeface="Arial"/>
                <a:cs typeface="Arial"/>
              </a:rPr>
              <a:t>CAL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08738" y="1725808"/>
            <a:ext cx="53276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 marR="5080" indent="-51435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Error </a:t>
            </a:r>
            <a:r>
              <a:rPr sz="1600" b="1" spc="30" dirty="0">
                <a:solidFill>
                  <a:srgbClr val="FFFFFF"/>
                </a:solidFill>
                <a:latin typeface="Arial"/>
                <a:cs typeface="Arial"/>
              </a:rPr>
              <a:t>rate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74738" y="1969059"/>
            <a:ext cx="60064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73325" algn="l"/>
                <a:tab pos="4752340" algn="l"/>
                <a:tab pos="5592445" algn="l"/>
              </a:tabLst>
            </a:pPr>
            <a:r>
              <a:rPr sz="1600" b="1" dirty="0">
                <a:latin typeface="Arial"/>
                <a:cs typeface="Arial"/>
              </a:rPr>
              <a:t>Precision: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PVR</a:t>
            </a:r>
            <a:r>
              <a:rPr sz="1600" b="1" dirty="0">
                <a:latin typeface="Arial"/>
                <a:cs typeface="Arial"/>
              </a:rPr>
              <a:t>	</a:t>
            </a:r>
            <a:r>
              <a:rPr sz="2400" b="1" baseline="3472" dirty="0">
                <a:latin typeface="Arial"/>
                <a:cs typeface="Arial"/>
              </a:rPr>
              <a:t>Estimate</a:t>
            </a:r>
            <a:r>
              <a:rPr sz="2400" b="1" spc="292" baseline="3472" dirty="0">
                <a:latin typeface="Arial"/>
                <a:cs typeface="Arial"/>
              </a:rPr>
              <a:t> </a:t>
            </a:r>
            <a:r>
              <a:rPr sz="2400" b="1" spc="-15" baseline="3472" dirty="0">
                <a:latin typeface="Arial"/>
                <a:cs typeface="Arial"/>
              </a:rPr>
              <a:t>Shift</a:t>
            </a:r>
            <a:r>
              <a:rPr sz="2400" b="1" baseline="3472" dirty="0">
                <a:latin typeface="Arial"/>
                <a:cs typeface="Arial"/>
              </a:rPr>
              <a:t>	</a:t>
            </a:r>
            <a:r>
              <a:rPr sz="1600" b="1" spc="-25" dirty="0">
                <a:latin typeface="Arial"/>
                <a:cs typeface="Arial"/>
              </a:rPr>
              <a:t>CAG</a:t>
            </a:r>
            <a:r>
              <a:rPr sz="1600" b="1" dirty="0">
                <a:latin typeface="Arial"/>
                <a:cs typeface="Arial"/>
              </a:rPr>
              <a:t>	</a:t>
            </a:r>
            <a:r>
              <a:rPr sz="1600" b="1" spc="-30" dirty="0">
                <a:latin typeface="Arial"/>
                <a:cs typeface="Arial"/>
              </a:rPr>
              <a:t>CAL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177546" y="1710621"/>
            <a:ext cx="819150" cy="271780"/>
          </a:xfrm>
          <a:prstGeom prst="rect">
            <a:avLst/>
          </a:prstGeom>
          <a:solidFill>
            <a:srgbClr val="4EA72D"/>
          </a:solidFill>
        </p:spPr>
        <p:txBody>
          <a:bodyPr vert="horz" wrap="square" lIns="0" tIns="2730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215"/>
              </a:spcBef>
            </a:pP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Error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177546" y="1982329"/>
            <a:ext cx="819150" cy="287655"/>
          </a:xfrm>
          <a:prstGeom prst="rect">
            <a:avLst/>
          </a:prstGeom>
          <a:solidFill>
            <a:srgbClr val="4EA72D"/>
          </a:solidFill>
        </p:spPr>
        <p:txBody>
          <a:bodyPr vert="horz" wrap="square" lIns="0" tIns="0" rIns="0" bIns="0" rtlCol="0">
            <a:spAutoFit/>
          </a:bodyPr>
          <a:lstStyle/>
          <a:p>
            <a:pPr marL="206375">
              <a:lnSpc>
                <a:spcPts val="1914"/>
              </a:lnSpc>
            </a:pPr>
            <a:r>
              <a:rPr sz="1600" b="1" spc="30" dirty="0">
                <a:solidFill>
                  <a:srgbClr val="FFFFFF"/>
                </a:solidFill>
                <a:latin typeface="Arial"/>
                <a:cs typeface="Arial"/>
              </a:rPr>
              <a:t>rate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6795" y="2295152"/>
            <a:ext cx="4000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0" dirty="0">
                <a:latin typeface="Arial"/>
                <a:cs typeface="Arial"/>
              </a:rPr>
              <a:t>ALL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6998" y="2631195"/>
            <a:ext cx="8902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Microsoft Sans Serif"/>
                <a:cs typeface="Microsoft Sans Serif"/>
              </a:rPr>
              <a:t>ANCOVA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05274" y="2632617"/>
            <a:ext cx="4648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5" dirty="0">
                <a:solidFill>
                  <a:srgbClr val="2E5C8E"/>
                </a:solidFill>
                <a:latin typeface="Arial"/>
                <a:cs typeface="Arial"/>
              </a:rPr>
              <a:t>17%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85890" y="2632617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4%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778630" y="2632617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8%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597114" y="2632617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1%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415597" y="2632617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6795" y="2967442"/>
            <a:ext cx="11703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Microsoft Sans Serif"/>
                <a:cs typeface="Microsoft Sans Serif"/>
              </a:rPr>
              <a:t>ANHECOVA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05071" y="2968863"/>
            <a:ext cx="4648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5" dirty="0">
                <a:solidFill>
                  <a:srgbClr val="2E5C8E"/>
                </a:solidFill>
                <a:latin typeface="Arial"/>
                <a:cs typeface="Arial"/>
              </a:rPr>
              <a:t>12%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85686" y="2968863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7%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04170" y="2968863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778630" y="2968863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4%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597114" y="2968863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1%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415597" y="2968863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6795" y="3303688"/>
            <a:ext cx="4819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40" dirty="0">
                <a:latin typeface="Microsoft Sans Serif"/>
                <a:cs typeface="Microsoft Sans Serif"/>
              </a:rPr>
              <a:t>DML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67000" y="3305109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7%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85483" y="3305109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4%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603967" y="3305109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778429" y="3305109"/>
            <a:ext cx="3403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4%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601488" y="3305109"/>
            <a:ext cx="3403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367211" y="3305109"/>
            <a:ext cx="4648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5" dirty="0">
                <a:solidFill>
                  <a:srgbClr val="139118"/>
                </a:solidFill>
                <a:latin typeface="Arial"/>
                <a:cs typeface="Arial"/>
              </a:rPr>
              <a:t>12%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6592" y="3639935"/>
            <a:ext cx="557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Microsoft Sans Serif"/>
                <a:cs typeface="Microsoft Sans Serif"/>
              </a:rPr>
              <a:t>TMLE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66798" y="3641356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5%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785281" y="3641356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3%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603764" y="3641356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778226" y="3641356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1%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6596707" y="3641356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1%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401344" y="3634723"/>
            <a:ext cx="3403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4%</a:t>
            </a:r>
            <a:endParaRPr sz="16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96389" y="3976180"/>
            <a:ext cx="41973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Microsoft Sans Serif"/>
                <a:cs typeface="Microsoft Sans Serif"/>
              </a:rPr>
              <a:t>IPW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959725" y="3986332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5" dirty="0">
                <a:solidFill>
                  <a:srgbClr val="2E5C8E"/>
                </a:solidFill>
                <a:latin typeface="Arial"/>
                <a:cs typeface="Arial"/>
              </a:rPr>
              <a:t>6</a:t>
            </a:r>
            <a:r>
              <a:rPr sz="1600" b="1" spc="55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785281" y="3977602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6%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5778224" y="3977602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596707" y="3977602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7407647" y="3977602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3%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96388" y="4312427"/>
            <a:ext cx="10045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Microsoft Sans Serif"/>
                <a:cs typeface="Microsoft Sans Serif"/>
              </a:rPr>
              <a:t>G-</a:t>
            </a:r>
            <a:r>
              <a:rPr sz="1600" spc="-10" dirty="0">
                <a:latin typeface="Microsoft Sans Serif"/>
                <a:cs typeface="Microsoft Sans Serif"/>
              </a:rPr>
              <a:t>Logistic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079692" y="4313848"/>
            <a:ext cx="114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05" dirty="0">
                <a:solidFill>
                  <a:srgbClr val="2E5C8E"/>
                </a:solidFill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898174" y="4313848"/>
            <a:ext cx="114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05" dirty="0">
                <a:solidFill>
                  <a:srgbClr val="2E5C8E"/>
                </a:solidFill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716658" y="4313848"/>
            <a:ext cx="114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05" dirty="0">
                <a:solidFill>
                  <a:srgbClr val="139118"/>
                </a:solidFill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5715888" y="4313848"/>
            <a:ext cx="4648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5" dirty="0">
                <a:solidFill>
                  <a:srgbClr val="C00000"/>
                </a:solidFill>
                <a:latin typeface="Arial"/>
                <a:cs typeface="Arial"/>
              </a:rPr>
              <a:t>11%</a:t>
            </a:r>
            <a:endParaRPr sz="16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6596504" y="4313848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2%</a:t>
            </a:r>
            <a:endParaRPr sz="16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7402787" y="4309841"/>
            <a:ext cx="3403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4%</a:t>
            </a:r>
            <a:endParaRPr sz="16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96186" y="4648672"/>
            <a:ext cx="6153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Top-</a:t>
            </a:r>
            <a:r>
              <a:rPr sz="1600" b="1" spc="10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96186" y="4984716"/>
            <a:ext cx="8902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Microsoft Sans Serif"/>
                <a:cs typeface="Microsoft Sans Serif"/>
              </a:rPr>
              <a:t>ANCOVA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966392" y="4986137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6%</a:t>
            </a:r>
            <a:endParaRPr sz="16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784875" y="4986137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2%</a:t>
            </a:r>
            <a:endParaRPr sz="16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601962" y="4986299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5777819" y="4986137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3%</a:t>
            </a:r>
            <a:endParaRPr sz="16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6596303" y="4986137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2%</a:t>
            </a:r>
            <a:endParaRPr sz="16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7414785" y="4986137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95983" y="5320962"/>
            <a:ext cx="11703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Microsoft Sans Serif"/>
                <a:cs typeface="Microsoft Sans Serif"/>
              </a:rPr>
              <a:t>ANHECOVA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966188" y="5322383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7%</a:t>
            </a:r>
            <a:endParaRPr sz="16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784672" y="5322383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2%</a:t>
            </a:r>
            <a:endParaRPr sz="16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601962" y="5322319"/>
            <a:ext cx="3403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5777615" y="5322383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3%</a:t>
            </a:r>
            <a:endParaRPr sz="16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6596098" y="5322383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2%</a:t>
            </a:r>
            <a:endParaRPr sz="16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7414581" y="5322383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95779" y="5657208"/>
            <a:ext cx="4819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40" dirty="0">
                <a:latin typeface="Microsoft Sans Serif"/>
                <a:cs typeface="Microsoft Sans Serif"/>
              </a:rPr>
              <a:t>DML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965985" y="5658629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6%</a:t>
            </a:r>
            <a:endParaRPr sz="16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784468" y="5658629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3%</a:t>
            </a:r>
            <a:endParaRPr sz="16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602951" y="5658629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5777412" y="5658629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3%</a:t>
            </a:r>
            <a:endParaRPr sz="16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6595895" y="5658629"/>
            <a:ext cx="12122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59460" algn="l"/>
              </a:tabLst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1%</a:t>
            </a:r>
            <a:r>
              <a:rPr sz="1600" b="1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sz="1600" b="1" spc="55" dirty="0">
                <a:solidFill>
                  <a:srgbClr val="139118"/>
                </a:solidFill>
                <a:latin typeface="Arial"/>
                <a:cs typeface="Arial"/>
              </a:rPr>
              <a:t>12%</a:t>
            </a:r>
            <a:endParaRPr sz="16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95577" y="5993454"/>
            <a:ext cx="557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Microsoft Sans Serif"/>
                <a:cs typeface="Microsoft Sans Serif"/>
              </a:rPr>
              <a:t>TMLE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965782" y="5994875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5%</a:t>
            </a:r>
            <a:endParaRPr sz="16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784266" y="5994875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2%</a:t>
            </a:r>
            <a:endParaRPr sz="16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9602749" y="5994875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5777210" y="5994875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2%</a:t>
            </a:r>
            <a:endParaRPr sz="16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6595693" y="5994875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1%</a:t>
            </a:r>
            <a:endParaRPr sz="16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7406712" y="5991743"/>
            <a:ext cx="3403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4%</a:t>
            </a:r>
            <a:endParaRPr sz="16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95373" y="6329699"/>
            <a:ext cx="41973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Microsoft Sans Serif"/>
                <a:cs typeface="Microsoft Sans Serif"/>
              </a:rPr>
              <a:t>IPW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965579" y="6331121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7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8784062" y="6331121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2%</a:t>
            </a:r>
            <a:endParaRPr sz="16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9602545" y="6331121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5777005" y="6331121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3%</a:t>
            </a:r>
            <a:endParaRPr sz="16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6595489" y="6331121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1%</a:t>
            </a:r>
            <a:endParaRPr sz="16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7414682" y="6331121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2%</a:t>
            </a:r>
            <a:endParaRPr sz="16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95170" y="6665946"/>
            <a:ext cx="10045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Microsoft Sans Serif"/>
                <a:cs typeface="Microsoft Sans Serif"/>
              </a:rPr>
              <a:t>G-</a:t>
            </a:r>
            <a:r>
              <a:rPr sz="1600" spc="-10" dirty="0">
                <a:latin typeface="Microsoft Sans Serif"/>
                <a:cs typeface="Microsoft Sans Serif"/>
              </a:rPr>
              <a:t>Logistic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078676" y="6667368"/>
            <a:ext cx="114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05" dirty="0">
                <a:solidFill>
                  <a:srgbClr val="2E5C8E"/>
                </a:solidFill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8897160" y="6667368"/>
            <a:ext cx="114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05" dirty="0">
                <a:solidFill>
                  <a:srgbClr val="2E5C8E"/>
                </a:solidFill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9715643" y="6667368"/>
            <a:ext cx="114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05" dirty="0">
                <a:solidFill>
                  <a:srgbClr val="139118"/>
                </a:solidFill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5777007" y="6667368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7%</a:t>
            </a:r>
            <a:endParaRPr sz="16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6595490" y="6667368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2%</a:t>
            </a:r>
            <a:endParaRPr sz="16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7414394" y="6664183"/>
            <a:ext cx="3403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1%</a:t>
            </a:r>
            <a:endParaRPr sz="16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595170" y="7002192"/>
            <a:ext cx="10217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Arial"/>
                <a:cs typeface="Arial"/>
              </a:rPr>
              <a:t>Baseline+</a:t>
            </a:r>
            <a:endParaRPr sz="16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95170" y="7338235"/>
            <a:ext cx="8902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Microsoft Sans Serif"/>
                <a:cs typeface="Microsoft Sans Serif"/>
              </a:rPr>
              <a:t>ANCOVA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7965376" y="7339657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6%</a:t>
            </a:r>
            <a:endParaRPr sz="16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8783859" y="7339657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2%</a:t>
            </a:r>
            <a:endParaRPr sz="160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9601962" y="7338431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5776804" y="7339657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3%</a:t>
            </a:r>
            <a:endParaRPr sz="16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6595287" y="7339657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1%</a:t>
            </a:r>
            <a:endParaRPr sz="16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7413771" y="7339657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594968" y="7674481"/>
            <a:ext cx="11703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Microsoft Sans Serif"/>
                <a:cs typeface="Microsoft Sans Serif"/>
              </a:rPr>
              <a:t>ANHECOVA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965174" y="7675902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6%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8783656" y="7675902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2%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9601962" y="7674450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5776601" y="7675902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3%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6597059" y="7662640"/>
            <a:ext cx="3403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7413566" y="7675902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594764" y="8010727"/>
            <a:ext cx="4819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40" dirty="0">
                <a:latin typeface="Microsoft Sans Serif"/>
                <a:cs typeface="Microsoft Sans Serif"/>
              </a:rPr>
              <a:t>DML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964970" y="8012148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6%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8783453" y="8012148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4%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9601937" y="8012148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5776398" y="8012148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2%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6603487" y="8005516"/>
            <a:ext cx="3403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17418270" y="8010471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8%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594561" y="8346974"/>
            <a:ext cx="557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Microsoft Sans Serif"/>
                <a:cs typeface="Microsoft Sans Serif"/>
              </a:rPr>
              <a:t>TMLE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7964768" y="8348395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5%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8783250" y="8348395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2%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9601734" y="8348395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15776195" y="8348395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2%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16603285" y="8348395"/>
            <a:ext cx="3403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7418555" y="8346490"/>
            <a:ext cx="3403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3%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594359" y="8683220"/>
            <a:ext cx="41973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Microsoft Sans Serif"/>
                <a:cs typeface="Microsoft Sans Serif"/>
              </a:rPr>
              <a:t>IPW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7964565" y="8684641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6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8783048" y="8684641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2%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9604171" y="8683220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15778632" y="8683220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3%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16597115" y="8683220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17415598" y="8683220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596998" y="9018044"/>
            <a:ext cx="10045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Microsoft Sans Serif"/>
                <a:cs typeface="Microsoft Sans Serif"/>
              </a:rPr>
              <a:t>G-</a:t>
            </a:r>
            <a:r>
              <a:rPr sz="1600" spc="-10" dirty="0">
                <a:latin typeface="Microsoft Sans Serif"/>
                <a:cs typeface="Microsoft Sans Serif"/>
              </a:rPr>
              <a:t>Logistic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8080302" y="9019465"/>
            <a:ext cx="114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05" dirty="0">
                <a:solidFill>
                  <a:srgbClr val="2E5C8E"/>
                </a:solidFill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8898784" y="9019465"/>
            <a:ext cx="114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05" dirty="0">
                <a:solidFill>
                  <a:srgbClr val="2E5C8E"/>
                </a:solidFill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9717268" y="9019465"/>
            <a:ext cx="114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05" dirty="0">
                <a:solidFill>
                  <a:srgbClr val="139118"/>
                </a:solidFill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15778601" y="9019396"/>
            <a:ext cx="3403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4%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16597086" y="9019396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1%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17415567" y="9019396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33" name="object 133"/>
          <p:cNvGrpSpPr/>
          <p:nvPr/>
        </p:nvGrpSpPr>
        <p:grpSpPr>
          <a:xfrm>
            <a:off x="6172005" y="6320470"/>
            <a:ext cx="241300" cy="297815"/>
            <a:chOff x="6172005" y="6320470"/>
            <a:chExt cx="241300" cy="297815"/>
          </a:xfrm>
        </p:grpSpPr>
        <p:sp>
          <p:nvSpPr>
            <p:cNvPr id="134" name="object 134"/>
            <p:cNvSpPr/>
            <p:nvPr/>
          </p:nvSpPr>
          <p:spPr>
            <a:xfrm>
              <a:off x="6177071" y="6325536"/>
              <a:ext cx="231140" cy="287655"/>
            </a:xfrm>
            <a:custGeom>
              <a:avLst/>
              <a:gdLst/>
              <a:ahLst/>
              <a:cxnLst/>
              <a:rect l="l" t="t" r="r" b="b"/>
              <a:pathLst>
                <a:path w="231139" h="287654">
                  <a:moveTo>
                    <a:pt x="230950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230950" y="287204"/>
                  </a:lnTo>
                  <a:lnTo>
                    <a:pt x="230950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6177071" y="6325536"/>
              <a:ext cx="231140" cy="287655"/>
            </a:xfrm>
            <a:custGeom>
              <a:avLst/>
              <a:gdLst/>
              <a:ahLst/>
              <a:cxnLst/>
              <a:rect l="l" t="t" r="r" b="b"/>
              <a:pathLst>
                <a:path w="231139" h="287654">
                  <a:moveTo>
                    <a:pt x="230950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230950" y="0"/>
                  </a:lnTo>
                  <a:lnTo>
                    <a:pt x="230950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6304854" y="6325534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151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7" name="object 137"/>
          <p:cNvGrpSpPr/>
          <p:nvPr/>
        </p:nvGrpSpPr>
        <p:grpSpPr>
          <a:xfrm>
            <a:off x="3954221" y="7672224"/>
            <a:ext cx="306629" cy="287655"/>
            <a:chOff x="3954221" y="7672224"/>
            <a:chExt cx="306629" cy="287655"/>
          </a:xfrm>
        </p:grpSpPr>
        <p:sp>
          <p:nvSpPr>
            <p:cNvPr id="138" name="object 138"/>
            <p:cNvSpPr/>
            <p:nvPr/>
          </p:nvSpPr>
          <p:spPr>
            <a:xfrm>
              <a:off x="3954221" y="7690314"/>
              <a:ext cx="306629" cy="269240"/>
            </a:xfrm>
            <a:custGeom>
              <a:avLst/>
              <a:gdLst/>
              <a:ahLst/>
              <a:cxnLst/>
              <a:rect l="l" t="t" r="r" b="b"/>
              <a:pathLst>
                <a:path w="335279" h="287654">
                  <a:moveTo>
                    <a:pt x="335027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335027" y="287204"/>
                  </a:lnTo>
                  <a:lnTo>
                    <a:pt x="335027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3954221" y="7690314"/>
              <a:ext cx="306629" cy="269240"/>
            </a:xfrm>
            <a:custGeom>
              <a:avLst/>
              <a:gdLst/>
              <a:ahLst/>
              <a:cxnLst/>
              <a:rect l="l" t="t" r="r" b="b"/>
              <a:pathLst>
                <a:path w="335279" h="287654">
                  <a:moveTo>
                    <a:pt x="335027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335027" y="0"/>
                  </a:lnTo>
                  <a:lnTo>
                    <a:pt x="335027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4073025" y="7672224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151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1" name="object 141"/>
          <p:cNvGrpSpPr/>
          <p:nvPr/>
        </p:nvGrpSpPr>
        <p:grpSpPr>
          <a:xfrm>
            <a:off x="3838371" y="8003746"/>
            <a:ext cx="323850" cy="297815"/>
            <a:chOff x="3838371" y="8003746"/>
            <a:chExt cx="323850" cy="297815"/>
          </a:xfrm>
        </p:grpSpPr>
        <p:sp>
          <p:nvSpPr>
            <p:cNvPr id="142" name="object 142"/>
            <p:cNvSpPr/>
            <p:nvPr/>
          </p:nvSpPr>
          <p:spPr>
            <a:xfrm>
              <a:off x="3843437" y="8008812"/>
              <a:ext cx="313690" cy="287655"/>
            </a:xfrm>
            <a:custGeom>
              <a:avLst/>
              <a:gdLst/>
              <a:ahLst/>
              <a:cxnLst/>
              <a:rect l="l" t="t" r="r" b="b"/>
              <a:pathLst>
                <a:path w="313689" h="287654">
                  <a:moveTo>
                    <a:pt x="313253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313253" y="287204"/>
                  </a:lnTo>
                  <a:lnTo>
                    <a:pt x="313253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3843437" y="8008812"/>
              <a:ext cx="313690" cy="287655"/>
            </a:xfrm>
            <a:custGeom>
              <a:avLst/>
              <a:gdLst/>
              <a:ahLst/>
              <a:cxnLst/>
              <a:rect l="l" t="t" r="r" b="b"/>
              <a:pathLst>
                <a:path w="313689" h="287654">
                  <a:moveTo>
                    <a:pt x="313253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313253" y="0"/>
                  </a:lnTo>
                  <a:lnTo>
                    <a:pt x="313253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3930112" y="8008805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151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5" name="object 145"/>
          <p:cNvGrpSpPr/>
          <p:nvPr/>
        </p:nvGrpSpPr>
        <p:grpSpPr>
          <a:xfrm>
            <a:off x="3819981" y="3300083"/>
            <a:ext cx="323215" cy="297815"/>
            <a:chOff x="3819981" y="3300083"/>
            <a:chExt cx="323215" cy="297815"/>
          </a:xfrm>
        </p:grpSpPr>
        <p:sp>
          <p:nvSpPr>
            <p:cNvPr id="146" name="object 146"/>
            <p:cNvSpPr/>
            <p:nvPr/>
          </p:nvSpPr>
          <p:spPr>
            <a:xfrm>
              <a:off x="3825047" y="3305149"/>
              <a:ext cx="313055" cy="287655"/>
            </a:xfrm>
            <a:custGeom>
              <a:avLst/>
              <a:gdLst/>
              <a:ahLst/>
              <a:cxnLst/>
              <a:rect l="l" t="t" r="r" b="b"/>
              <a:pathLst>
                <a:path w="313054" h="287654">
                  <a:moveTo>
                    <a:pt x="312949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312949" y="287204"/>
                  </a:lnTo>
                  <a:lnTo>
                    <a:pt x="312949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3825047" y="3305149"/>
              <a:ext cx="313055" cy="287655"/>
            </a:xfrm>
            <a:custGeom>
              <a:avLst/>
              <a:gdLst/>
              <a:ahLst/>
              <a:cxnLst/>
              <a:rect l="l" t="t" r="r" b="b"/>
              <a:pathLst>
                <a:path w="313054" h="287654">
                  <a:moveTo>
                    <a:pt x="312949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312949" y="0"/>
                  </a:lnTo>
                  <a:lnTo>
                    <a:pt x="312949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3936865" y="3309995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151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9" name="object 149"/>
          <p:cNvGrpSpPr/>
          <p:nvPr/>
        </p:nvGrpSpPr>
        <p:grpSpPr>
          <a:xfrm>
            <a:off x="6171306" y="5649128"/>
            <a:ext cx="246379" cy="297815"/>
            <a:chOff x="6171306" y="5649128"/>
            <a:chExt cx="246379" cy="297815"/>
          </a:xfrm>
        </p:grpSpPr>
        <p:sp>
          <p:nvSpPr>
            <p:cNvPr id="150" name="object 150"/>
            <p:cNvSpPr/>
            <p:nvPr/>
          </p:nvSpPr>
          <p:spPr>
            <a:xfrm>
              <a:off x="6176372" y="5654194"/>
              <a:ext cx="236220" cy="287655"/>
            </a:xfrm>
            <a:custGeom>
              <a:avLst/>
              <a:gdLst/>
              <a:ahLst/>
              <a:cxnLst/>
              <a:rect l="l" t="t" r="r" b="b"/>
              <a:pathLst>
                <a:path w="236220" h="287654">
                  <a:moveTo>
                    <a:pt x="235692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235692" y="287204"/>
                  </a:lnTo>
                  <a:lnTo>
                    <a:pt x="235692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6176372" y="5654194"/>
              <a:ext cx="236220" cy="287655"/>
            </a:xfrm>
            <a:custGeom>
              <a:avLst/>
              <a:gdLst/>
              <a:ahLst/>
              <a:cxnLst/>
              <a:rect l="l" t="t" r="r" b="b"/>
              <a:pathLst>
                <a:path w="236220" h="287654">
                  <a:moveTo>
                    <a:pt x="235692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235692" y="0"/>
                  </a:lnTo>
                  <a:lnTo>
                    <a:pt x="235692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6304729" y="5654194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151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3" name="object 153"/>
          <p:cNvGrpSpPr/>
          <p:nvPr/>
        </p:nvGrpSpPr>
        <p:grpSpPr>
          <a:xfrm>
            <a:off x="6157729" y="4977330"/>
            <a:ext cx="268605" cy="297815"/>
            <a:chOff x="6157729" y="4977330"/>
            <a:chExt cx="268605" cy="297815"/>
          </a:xfrm>
        </p:grpSpPr>
        <p:sp>
          <p:nvSpPr>
            <p:cNvPr id="154" name="object 154"/>
            <p:cNvSpPr/>
            <p:nvPr/>
          </p:nvSpPr>
          <p:spPr>
            <a:xfrm>
              <a:off x="6162795" y="4982396"/>
              <a:ext cx="258445" cy="287655"/>
            </a:xfrm>
            <a:custGeom>
              <a:avLst/>
              <a:gdLst/>
              <a:ahLst/>
              <a:cxnLst/>
              <a:rect l="l" t="t" r="r" b="b"/>
              <a:pathLst>
                <a:path w="258445" h="287654">
                  <a:moveTo>
                    <a:pt x="258378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258378" y="287204"/>
                  </a:lnTo>
                  <a:lnTo>
                    <a:pt x="258378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6162795" y="4982396"/>
              <a:ext cx="258445" cy="287655"/>
            </a:xfrm>
            <a:custGeom>
              <a:avLst/>
              <a:gdLst/>
              <a:ahLst/>
              <a:cxnLst/>
              <a:rect l="l" t="t" r="r" b="b"/>
              <a:pathLst>
                <a:path w="258445" h="287654">
                  <a:moveTo>
                    <a:pt x="258378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258378" y="0"/>
                  </a:lnTo>
                  <a:lnTo>
                    <a:pt x="258378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6304026" y="4982391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151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7" name="object 157"/>
          <p:cNvGrpSpPr/>
          <p:nvPr/>
        </p:nvGrpSpPr>
        <p:grpSpPr>
          <a:xfrm>
            <a:off x="11737726" y="6320815"/>
            <a:ext cx="239395" cy="297815"/>
            <a:chOff x="11737726" y="6320815"/>
            <a:chExt cx="239395" cy="297815"/>
          </a:xfrm>
        </p:grpSpPr>
        <p:sp>
          <p:nvSpPr>
            <p:cNvPr id="158" name="object 158"/>
            <p:cNvSpPr/>
            <p:nvPr/>
          </p:nvSpPr>
          <p:spPr>
            <a:xfrm>
              <a:off x="11742793" y="6325881"/>
              <a:ext cx="229235" cy="287655"/>
            </a:xfrm>
            <a:custGeom>
              <a:avLst/>
              <a:gdLst/>
              <a:ahLst/>
              <a:cxnLst/>
              <a:rect l="l" t="t" r="r" b="b"/>
              <a:pathLst>
                <a:path w="229234" h="287654">
                  <a:moveTo>
                    <a:pt x="229208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229208" y="287204"/>
                  </a:lnTo>
                  <a:lnTo>
                    <a:pt x="229208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11742793" y="6325881"/>
              <a:ext cx="229235" cy="287655"/>
            </a:xfrm>
            <a:custGeom>
              <a:avLst/>
              <a:gdLst/>
              <a:ahLst/>
              <a:cxnLst/>
              <a:rect l="l" t="t" r="r" b="b"/>
              <a:pathLst>
                <a:path w="229234" h="287654">
                  <a:moveTo>
                    <a:pt x="229208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229208" y="0"/>
                  </a:lnTo>
                  <a:lnTo>
                    <a:pt x="229208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11797074" y="6328989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151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1" name="object 161"/>
          <p:cNvGrpSpPr/>
          <p:nvPr/>
        </p:nvGrpSpPr>
        <p:grpSpPr>
          <a:xfrm>
            <a:off x="11769248" y="4307041"/>
            <a:ext cx="303530" cy="297815"/>
            <a:chOff x="11769248" y="4307041"/>
            <a:chExt cx="303530" cy="297815"/>
          </a:xfrm>
        </p:grpSpPr>
        <p:sp>
          <p:nvSpPr>
            <p:cNvPr id="162" name="object 162"/>
            <p:cNvSpPr/>
            <p:nvPr/>
          </p:nvSpPr>
          <p:spPr>
            <a:xfrm>
              <a:off x="11774314" y="4312107"/>
              <a:ext cx="293370" cy="287655"/>
            </a:xfrm>
            <a:custGeom>
              <a:avLst/>
              <a:gdLst/>
              <a:ahLst/>
              <a:cxnLst/>
              <a:rect l="l" t="t" r="r" b="b"/>
              <a:pathLst>
                <a:path w="293370" h="287654">
                  <a:moveTo>
                    <a:pt x="293010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293010" y="287204"/>
                  </a:lnTo>
                  <a:lnTo>
                    <a:pt x="293010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11774314" y="4312107"/>
              <a:ext cx="293370" cy="287655"/>
            </a:xfrm>
            <a:custGeom>
              <a:avLst/>
              <a:gdLst/>
              <a:ahLst/>
              <a:cxnLst/>
              <a:rect l="l" t="t" r="r" b="b"/>
              <a:pathLst>
                <a:path w="293370" h="287654">
                  <a:moveTo>
                    <a:pt x="293010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293010" y="0"/>
                  </a:lnTo>
                  <a:lnTo>
                    <a:pt x="293010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11920257" y="4312125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151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5" name="object 165"/>
          <p:cNvGrpSpPr/>
          <p:nvPr/>
        </p:nvGrpSpPr>
        <p:grpSpPr>
          <a:xfrm>
            <a:off x="11728451" y="6663298"/>
            <a:ext cx="228600" cy="287657"/>
            <a:chOff x="11728451" y="6663298"/>
            <a:chExt cx="228600" cy="287657"/>
          </a:xfrm>
        </p:grpSpPr>
        <p:sp>
          <p:nvSpPr>
            <p:cNvPr id="166" name="object 166"/>
            <p:cNvSpPr/>
            <p:nvPr/>
          </p:nvSpPr>
          <p:spPr>
            <a:xfrm>
              <a:off x="11728451" y="6663300"/>
              <a:ext cx="228600" cy="287655"/>
            </a:xfrm>
            <a:custGeom>
              <a:avLst/>
              <a:gdLst/>
              <a:ahLst/>
              <a:cxnLst/>
              <a:rect l="l" t="t" r="r" b="b"/>
              <a:pathLst>
                <a:path w="244475" h="287654">
                  <a:moveTo>
                    <a:pt x="243990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243990" y="287204"/>
                  </a:lnTo>
                  <a:lnTo>
                    <a:pt x="243990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11728451" y="6663300"/>
              <a:ext cx="228600" cy="287655"/>
            </a:xfrm>
            <a:custGeom>
              <a:avLst/>
              <a:gdLst/>
              <a:ahLst/>
              <a:cxnLst/>
              <a:rect l="l" t="t" r="r" b="b"/>
              <a:pathLst>
                <a:path w="244475" h="287654">
                  <a:moveTo>
                    <a:pt x="243990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243990" y="0"/>
                  </a:lnTo>
                  <a:lnTo>
                    <a:pt x="243990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11804650" y="6663298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151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0" name="object 170"/>
          <p:cNvSpPr/>
          <p:nvPr/>
        </p:nvSpPr>
        <p:spPr>
          <a:xfrm>
            <a:off x="6081160" y="8821981"/>
            <a:ext cx="484505" cy="0"/>
          </a:xfrm>
          <a:custGeom>
            <a:avLst/>
            <a:gdLst/>
            <a:ahLst/>
            <a:cxnLst/>
            <a:rect l="l" t="t" r="r" b="b"/>
            <a:pathLst>
              <a:path w="484504">
                <a:moveTo>
                  <a:pt x="484435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6255919" y="8678381"/>
            <a:ext cx="132080" cy="287655"/>
          </a:xfrm>
          <a:custGeom>
            <a:avLst/>
            <a:gdLst/>
            <a:ahLst/>
            <a:cxnLst/>
            <a:rect l="l" t="t" r="r" b="b"/>
            <a:pathLst>
              <a:path w="132079" h="287654">
                <a:moveTo>
                  <a:pt x="132071" y="0"/>
                </a:moveTo>
                <a:lnTo>
                  <a:pt x="0" y="0"/>
                </a:lnTo>
                <a:lnTo>
                  <a:pt x="0" y="287204"/>
                </a:lnTo>
                <a:lnTo>
                  <a:pt x="132071" y="287204"/>
                </a:lnTo>
                <a:lnTo>
                  <a:pt x="132071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6255919" y="8678381"/>
            <a:ext cx="132080" cy="287655"/>
          </a:xfrm>
          <a:custGeom>
            <a:avLst/>
            <a:gdLst/>
            <a:ahLst/>
            <a:cxnLst/>
            <a:rect l="l" t="t" r="r" b="b"/>
            <a:pathLst>
              <a:path w="132079" h="287654">
                <a:moveTo>
                  <a:pt x="132071" y="287204"/>
                </a:moveTo>
                <a:lnTo>
                  <a:pt x="0" y="287204"/>
                </a:lnTo>
                <a:lnTo>
                  <a:pt x="0" y="0"/>
                </a:lnTo>
                <a:lnTo>
                  <a:pt x="132071" y="0"/>
                </a:lnTo>
                <a:lnTo>
                  <a:pt x="132071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6321910" y="867837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6081157" y="867837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6565595" y="867837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5850768" y="6469139"/>
            <a:ext cx="886460" cy="0"/>
          </a:xfrm>
          <a:custGeom>
            <a:avLst/>
            <a:gdLst/>
            <a:ahLst/>
            <a:cxnLst/>
            <a:rect l="l" t="t" r="r" b="b"/>
            <a:pathLst>
              <a:path w="886459">
                <a:moveTo>
                  <a:pt x="886163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5849611" y="632553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6736932" y="632553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 flipV="1">
            <a:off x="6013450" y="7769778"/>
            <a:ext cx="609600" cy="45719"/>
          </a:xfrm>
          <a:custGeom>
            <a:avLst/>
            <a:gdLst/>
            <a:ahLst/>
            <a:cxnLst/>
            <a:rect l="l" t="t" r="r" b="b"/>
            <a:pathLst>
              <a:path w="934720">
                <a:moveTo>
                  <a:pt x="934331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6211767" y="7671899"/>
            <a:ext cx="182683" cy="287655"/>
          </a:xfrm>
          <a:custGeom>
            <a:avLst/>
            <a:gdLst/>
            <a:ahLst/>
            <a:cxnLst/>
            <a:rect l="l" t="t" r="r" b="b"/>
            <a:pathLst>
              <a:path w="262889" h="287654">
                <a:moveTo>
                  <a:pt x="262350" y="0"/>
                </a:moveTo>
                <a:lnTo>
                  <a:pt x="0" y="0"/>
                </a:lnTo>
                <a:lnTo>
                  <a:pt x="0" y="287204"/>
                </a:lnTo>
                <a:lnTo>
                  <a:pt x="262350" y="287204"/>
                </a:lnTo>
                <a:lnTo>
                  <a:pt x="262350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6242049" y="7671899"/>
            <a:ext cx="152401" cy="287655"/>
          </a:xfrm>
          <a:custGeom>
            <a:avLst/>
            <a:gdLst/>
            <a:ahLst/>
            <a:cxnLst/>
            <a:rect l="l" t="t" r="r" b="b"/>
            <a:pathLst>
              <a:path w="262889" h="287654">
                <a:moveTo>
                  <a:pt x="262350" y="287204"/>
                </a:moveTo>
                <a:lnTo>
                  <a:pt x="0" y="287204"/>
                </a:lnTo>
                <a:lnTo>
                  <a:pt x="0" y="0"/>
                </a:lnTo>
                <a:lnTo>
                  <a:pt x="262350" y="0"/>
                </a:lnTo>
                <a:lnTo>
                  <a:pt x="262350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6291875" y="7671893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6013450" y="7671893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6623050" y="7671893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3499547" y="7820396"/>
            <a:ext cx="1282065" cy="0"/>
          </a:xfrm>
          <a:custGeom>
            <a:avLst/>
            <a:gdLst/>
            <a:ahLst/>
            <a:cxnLst/>
            <a:rect l="l" t="t" r="r" b="b"/>
            <a:pathLst>
              <a:path w="1282064">
                <a:moveTo>
                  <a:pt x="1281679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3495111" y="7671893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4779354" y="7671893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5399139" y="3115848"/>
            <a:ext cx="1744345" cy="0"/>
          </a:xfrm>
          <a:custGeom>
            <a:avLst/>
            <a:gdLst/>
            <a:ahLst/>
            <a:cxnLst/>
            <a:rect l="l" t="t" r="r" b="b"/>
            <a:pathLst>
              <a:path w="1744345">
                <a:moveTo>
                  <a:pt x="1743986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6045060" y="2972249"/>
            <a:ext cx="439420" cy="287655"/>
          </a:xfrm>
          <a:custGeom>
            <a:avLst/>
            <a:gdLst/>
            <a:ahLst/>
            <a:cxnLst/>
            <a:rect l="l" t="t" r="r" b="b"/>
            <a:pathLst>
              <a:path w="439420" h="287654">
                <a:moveTo>
                  <a:pt x="438841" y="0"/>
                </a:moveTo>
                <a:lnTo>
                  <a:pt x="0" y="0"/>
                </a:lnTo>
                <a:lnTo>
                  <a:pt x="0" y="287204"/>
                </a:lnTo>
                <a:lnTo>
                  <a:pt x="438841" y="287204"/>
                </a:lnTo>
                <a:lnTo>
                  <a:pt x="438841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6045060" y="2972249"/>
            <a:ext cx="439420" cy="287655"/>
          </a:xfrm>
          <a:custGeom>
            <a:avLst/>
            <a:gdLst/>
            <a:ahLst/>
            <a:cxnLst/>
            <a:rect l="l" t="t" r="r" b="b"/>
            <a:pathLst>
              <a:path w="439420" h="287654">
                <a:moveTo>
                  <a:pt x="438841" y="287204"/>
                </a:moveTo>
                <a:lnTo>
                  <a:pt x="0" y="287204"/>
                </a:lnTo>
                <a:lnTo>
                  <a:pt x="0" y="0"/>
                </a:lnTo>
                <a:lnTo>
                  <a:pt x="438841" y="0"/>
                </a:lnTo>
                <a:lnTo>
                  <a:pt x="438841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6320901" y="2972244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5402783" y="2972244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7133905" y="297020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3390527" y="3112874"/>
            <a:ext cx="1486535" cy="0"/>
          </a:xfrm>
          <a:custGeom>
            <a:avLst/>
            <a:gdLst/>
            <a:ahLst/>
            <a:cxnLst/>
            <a:rect l="l" t="t" r="r" b="b"/>
            <a:pathLst>
              <a:path w="1486535">
                <a:moveTo>
                  <a:pt x="1486175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3951526" y="2970212"/>
            <a:ext cx="375285" cy="287655"/>
          </a:xfrm>
          <a:custGeom>
            <a:avLst/>
            <a:gdLst/>
            <a:ahLst/>
            <a:cxnLst/>
            <a:rect l="l" t="t" r="r" b="b"/>
            <a:pathLst>
              <a:path w="375285" h="287654">
                <a:moveTo>
                  <a:pt x="374776" y="0"/>
                </a:moveTo>
                <a:lnTo>
                  <a:pt x="0" y="0"/>
                </a:lnTo>
                <a:lnTo>
                  <a:pt x="0" y="287204"/>
                </a:lnTo>
                <a:lnTo>
                  <a:pt x="374776" y="287204"/>
                </a:lnTo>
                <a:lnTo>
                  <a:pt x="374776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3951526" y="2970212"/>
            <a:ext cx="375285" cy="287655"/>
          </a:xfrm>
          <a:custGeom>
            <a:avLst/>
            <a:gdLst/>
            <a:ahLst/>
            <a:cxnLst/>
            <a:rect l="l" t="t" r="r" b="b"/>
            <a:pathLst>
              <a:path w="375285" h="287654">
                <a:moveTo>
                  <a:pt x="374776" y="287204"/>
                </a:moveTo>
                <a:lnTo>
                  <a:pt x="0" y="287204"/>
                </a:lnTo>
                <a:lnTo>
                  <a:pt x="0" y="0"/>
                </a:lnTo>
                <a:lnTo>
                  <a:pt x="374776" y="0"/>
                </a:lnTo>
                <a:lnTo>
                  <a:pt x="374776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4076999" y="297116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3388470" y="297020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4885487" y="297210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5824453" y="5461571"/>
            <a:ext cx="942975" cy="0"/>
          </a:xfrm>
          <a:custGeom>
            <a:avLst/>
            <a:gdLst/>
            <a:ahLst/>
            <a:cxnLst/>
            <a:rect l="l" t="t" r="r" b="b"/>
            <a:pathLst>
              <a:path w="942975">
                <a:moveTo>
                  <a:pt x="942517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6174852" y="5317971"/>
            <a:ext cx="254635" cy="287655"/>
          </a:xfrm>
          <a:custGeom>
            <a:avLst/>
            <a:gdLst/>
            <a:ahLst/>
            <a:cxnLst/>
            <a:rect l="l" t="t" r="r" b="b"/>
            <a:pathLst>
              <a:path w="254635" h="287654">
                <a:moveTo>
                  <a:pt x="254285" y="0"/>
                </a:moveTo>
                <a:lnTo>
                  <a:pt x="0" y="0"/>
                </a:lnTo>
                <a:lnTo>
                  <a:pt x="0" y="287204"/>
                </a:lnTo>
                <a:lnTo>
                  <a:pt x="254285" y="287204"/>
                </a:lnTo>
                <a:lnTo>
                  <a:pt x="254285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6174852" y="5317971"/>
            <a:ext cx="254635" cy="287655"/>
          </a:xfrm>
          <a:custGeom>
            <a:avLst/>
            <a:gdLst/>
            <a:ahLst/>
            <a:cxnLst/>
            <a:rect l="l" t="t" r="r" b="b"/>
            <a:pathLst>
              <a:path w="254635" h="287654">
                <a:moveTo>
                  <a:pt x="254285" y="287204"/>
                </a:moveTo>
                <a:lnTo>
                  <a:pt x="0" y="287204"/>
                </a:lnTo>
                <a:lnTo>
                  <a:pt x="0" y="0"/>
                </a:lnTo>
                <a:lnTo>
                  <a:pt x="254285" y="0"/>
                </a:lnTo>
                <a:lnTo>
                  <a:pt x="254285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6295714" y="531796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6766971" y="531796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5817089" y="531796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3556026" y="5460856"/>
            <a:ext cx="1268730" cy="0"/>
          </a:xfrm>
          <a:custGeom>
            <a:avLst/>
            <a:gdLst/>
            <a:ahLst/>
            <a:cxnLst/>
            <a:rect l="l" t="t" r="r" b="b"/>
            <a:pathLst>
              <a:path w="1268729">
                <a:moveTo>
                  <a:pt x="1268163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3988012" y="5317971"/>
            <a:ext cx="337820" cy="287655"/>
          </a:xfrm>
          <a:custGeom>
            <a:avLst/>
            <a:gdLst/>
            <a:ahLst/>
            <a:cxnLst/>
            <a:rect l="l" t="t" r="r" b="b"/>
            <a:pathLst>
              <a:path w="337820" h="287654">
                <a:moveTo>
                  <a:pt x="337337" y="0"/>
                </a:moveTo>
                <a:lnTo>
                  <a:pt x="0" y="0"/>
                </a:lnTo>
                <a:lnTo>
                  <a:pt x="0" y="287204"/>
                </a:lnTo>
                <a:lnTo>
                  <a:pt x="337337" y="287204"/>
                </a:lnTo>
                <a:lnTo>
                  <a:pt x="337337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3988012" y="5317971"/>
            <a:ext cx="337820" cy="287655"/>
          </a:xfrm>
          <a:custGeom>
            <a:avLst/>
            <a:gdLst/>
            <a:ahLst/>
            <a:cxnLst/>
            <a:rect l="l" t="t" r="r" b="b"/>
            <a:pathLst>
              <a:path w="337820" h="287654">
                <a:moveTo>
                  <a:pt x="337337" y="287204"/>
                </a:moveTo>
                <a:lnTo>
                  <a:pt x="0" y="287204"/>
                </a:lnTo>
                <a:lnTo>
                  <a:pt x="0" y="0"/>
                </a:lnTo>
                <a:lnTo>
                  <a:pt x="337337" y="0"/>
                </a:lnTo>
                <a:lnTo>
                  <a:pt x="337337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4152013" y="531915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3549569" y="531796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4814815" y="531986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6030620" y="8152410"/>
            <a:ext cx="565150" cy="0"/>
          </a:xfrm>
          <a:custGeom>
            <a:avLst/>
            <a:gdLst/>
            <a:ahLst/>
            <a:cxnLst/>
            <a:rect l="l" t="t" r="r" b="b"/>
            <a:pathLst>
              <a:path w="565150">
                <a:moveTo>
                  <a:pt x="564651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6236304" y="8008812"/>
            <a:ext cx="157480" cy="287655"/>
          </a:xfrm>
          <a:custGeom>
            <a:avLst/>
            <a:gdLst/>
            <a:ahLst/>
            <a:cxnLst/>
            <a:rect l="l" t="t" r="r" b="b"/>
            <a:pathLst>
              <a:path w="157479" h="287654">
                <a:moveTo>
                  <a:pt x="157442" y="0"/>
                </a:moveTo>
                <a:lnTo>
                  <a:pt x="0" y="0"/>
                </a:lnTo>
                <a:lnTo>
                  <a:pt x="0" y="287204"/>
                </a:lnTo>
                <a:lnTo>
                  <a:pt x="157442" y="287204"/>
                </a:lnTo>
                <a:lnTo>
                  <a:pt x="157442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6236304" y="8008812"/>
            <a:ext cx="157480" cy="287655"/>
          </a:xfrm>
          <a:custGeom>
            <a:avLst/>
            <a:gdLst/>
            <a:ahLst/>
            <a:cxnLst/>
            <a:rect l="l" t="t" r="r" b="b"/>
            <a:pathLst>
              <a:path w="157479" h="287654">
                <a:moveTo>
                  <a:pt x="157442" y="287204"/>
                </a:moveTo>
                <a:lnTo>
                  <a:pt x="0" y="287204"/>
                </a:lnTo>
                <a:lnTo>
                  <a:pt x="0" y="0"/>
                </a:lnTo>
                <a:lnTo>
                  <a:pt x="157442" y="0"/>
                </a:lnTo>
                <a:lnTo>
                  <a:pt x="157442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6316123" y="800880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6030622" y="800880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6602072" y="800880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3346451" y="8139431"/>
            <a:ext cx="1284752" cy="45719"/>
          </a:xfrm>
          <a:custGeom>
            <a:avLst/>
            <a:gdLst/>
            <a:ahLst/>
            <a:cxnLst/>
            <a:rect l="l" t="t" r="r" b="b"/>
            <a:pathLst>
              <a:path w="1251585">
                <a:moveTo>
                  <a:pt x="1251060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3346450" y="800880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4629651" y="800880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6008976" y="3448755"/>
            <a:ext cx="635000" cy="0"/>
          </a:xfrm>
          <a:custGeom>
            <a:avLst/>
            <a:gdLst/>
            <a:ahLst/>
            <a:cxnLst/>
            <a:rect l="l" t="t" r="r" b="b"/>
            <a:pathLst>
              <a:path w="635000">
                <a:moveTo>
                  <a:pt x="634512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6230862" y="3305149"/>
            <a:ext cx="177165" cy="287655"/>
          </a:xfrm>
          <a:custGeom>
            <a:avLst/>
            <a:gdLst/>
            <a:ahLst/>
            <a:cxnLst/>
            <a:rect l="l" t="t" r="r" b="b"/>
            <a:pathLst>
              <a:path w="177164" h="287654">
                <a:moveTo>
                  <a:pt x="176713" y="0"/>
                </a:moveTo>
                <a:lnTo>
                  <a:pt x="0" y="0"/>
                </a:lnTo>
                <a:lnTo>
                  <a:pt x="0" y="287204"/>
                </a:lnTo>
                <a:lnTo>
                  <a:pt x="176713" y="287204"/>
                </a:lnTo>
                <a:lnTo>
                  <a:pt x="176713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6230862" y="3305149"/>
            <a:ext cx="177165" cy="287655"/>
          </a:xfrm>
          <a:custGeom>
            <a:avLst/>
            <a:gdLst/>
            <a:ahLst/>
            <a:cxnLst/>
            <a:rect l="l" t="t" r="r" b="b"/>
            <a:pathLst>
              <a:path w="177164" h="287654">
                <a:moveTo>
                  <a:pt x="176713" y="287204"/>
                </a:moveTo>
                <a:lnTo>
                  <a:pt x="0" y="287204"/>
                </a:lnTo>
                <a:lnTo>
                  <a:pt x="0" y="0"/>
                </a:lnTo>
                <a:lnTo>
                  <a:pt x="176713" y="0"/>
                </a:lnTo>
                <a:lnTo>
                  <a:pt x="176713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6316872" y="330514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6008972" y="330514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6639874" y="330514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3365350" y="3453600"/>
            <a:ext cx="1237615" cy="0"/>
          </a:xfrm>
          <a:custGeom>
            <a:avLst/>
            <a:gdLst/>
            <a:ahLst/>
            <a:cxnLst/>
            <a:rect l="l" t="t" r="r" b="b"/>
            <a:pathLst>
              <a:path w="1237614">
                <a:moveTo>
                  <a:pt x="1237300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3363769" y="330514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4610016" y="330514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5839885" y="5797799"/>
            <a:ext cx="870585" cy="0"/>
          </a:xfrm>
          <a:custGeom>
            <a:avLst/>
            <a:gdLst/>
            <a:ahLst/>
            <a:cxnLst/>
            <a:rect l="l" t="t" r="r" b="b"/>
            <a:pathLst>
              <a:path w="870584">
                <a:moveTo>
                  <a:pt x="870093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5842120" y="5654194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6705608" y="5654194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3353574" y="5799897"/>
            <a:ext cx="1398905" cy="0"/>
          </a:xfrm>
          <a:custGeom>
            <a:avLst/>
            <a:gdLst/>
            <a:ahLst/>
            <a:cxnLst/>
            <a:rect l="l" t="t" r="r" b="b"/>
            <a:pathLst>
              <a:path w="1398904">
                <a:moveTo>
                  <a:pt x="1398522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3868028" y="5654194"/>
            <a:ext cx="358775" cy="287655"/>
          </a:xfrm>
          <a:custGeom>
            <a:avLst/>
            <a:gdLst/>
            <a:ahLst/>
            <a:cxnLst/>
            <a:rect l="l" t="t" r="r" b="b"/>
            <a:pathLst>
              <a:path w="358775" h="287654">
                <a:moveTo>
                  <a:pt x="358169" y="0"/>
                </a:moveTo>
                <a:lnTo>
                  <a:pt x="0" y="0"/>
                </a:lnTo>
                <a:lnTo>
                  <a:pt x="0" y="287204"/>
                </a:lnTo>
                <a:lnTo>
                  <a:pt x="358169" y="287204"/>
                </a:lnTo>
                <a:lnTo>
                  <a:pt x="358169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3868028" y="5654194"/>
            <a:ext cx="358775" cy="287655"/>
          </a:xfrm>
          <a:custGeom>
            <a:avLst/>
            <a:gdLst/>
            <a:ahLst/>
            <a:cxnLst/>
            <a:rect l="l" t="t" r="r" b="b"/>
            <a:pathLst>
              <a:path w="358775" h="287654">
                <a:moveTo>
                  <a:pt x="358169" y="287204"/>
                </a:moveTo>
                <a:lnTo>
                  <a:pt x="0" y="287204"/>
                </a:lnTo>
                <a:lnTo>
                  <a:pt x="0" y="0"/>
                </a:lnTo>
                <a:lnTo>
                  <a:pt x="358169" y="0"/>
                </a:lnTo>
                <a:lnTo>
                  <a:pt x="358169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3988015" y="5656293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3355793" y="5654194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4742623" y="5654194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6092529" y="8485613"/>
            <a:ext cx="467359" cy="0"/>
          </a:xfrm>
          <a:custGeom>
            <a:avLst/>
            <a:gdLst/>
            <a:ahLst/>
            <a:cxnLst/>
            <a:rect l="l" t="t" r="r" b="b"/>
            <a:pathLst>
              <a:path w="467359">
                <a:moveTo>
                  <a:pt x="466988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6255433" y="8342016"/>
            <a:ext cx="131445" cy="287655"/>
          </a:xfrm>
          <a:custGeom>
            <a:avLst/>
            <a:gdLst/>
            <a:ahLst/>
            <a:cxnLst/>
            <a:rect l="l" t="t" r="r" b="b"/>
            <a:pathLst>
              <a:path w="131445" h="287654">
                <a:moveTo>
                  <a:pt x="130835" y="0"/>
                </a:moveTo>
                <a:lnTo>
                  <a:pt x="0" y="0"/>
                </a:lnTo>
                <a:lnTo>
                  <a:pt x="0" y="287204"/>
                </a:lnTo>
                <a:lnTo>
                  <a:pt x="130835" y="287204"/>
                </a:lnTo>
                <a:lnTo>
                  <a:pt x="130835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6255433" y="8342016"/>
            <a:ext cx="131445" cy="287655"/>
          </a:xfrm>
          <a:custGeom>
            <a:avLst/>
            <a:gdLst/>
            <a:ahLst/>
            <a:cxnLst/>
            <a:rect l="l" t="t" r="r" b="b"/>
            <a:pathLst>
              <a:path w="131445" h="287654">
                <a:moveTo>
                  <a:pt x="130835" y="287204"/>
                </a:moveTo>
                <a:lnTo>
                  <a:pt x="0" y="287204"/>
                </a:lnTo>
                <a:lnTo>
                  <a:pt x="0" y="0"/>
                </a:lnTo>
                <a:lnTo>
                  <a:pt x="130835" y="0"/>
                </a:lnTo>
                <a:lnTo>
                  <a:pt x="130835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6322719" y="834200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6091414" y="834200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6559517" y="834200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3434633" y="8485613"/>
            <a:ext cx="1226820" cy="0"/>
          </a:xfrm>
          <a:custGeom>
            <a:avLst/>
            <a:gdLst/>
            <a:ahLst/>
            <a:cxnLst/>
            <a:rect l="l" t="t" r="r" b="b"/>
            <a:pathLst>
              <a:path w="1226820">
                <a:moveTo>
                  <a:pt x="1226652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3444196" y="834200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3874928" y="8342016"/>
            <a:ext cx="320040" cy="287655"/>
          </a:xfrm>
          <a:custGeom>
            <a:avLst/>
            <a:gdLst/>
            <a:ahLst/>
            <a:cxnLst/>
            <a:rect l="l" t="t" r="r" b="b"/>
            <a:pathLst>
              <a:path w="320039" h="287654">
                <a:moveTo>
                  <a:pt x="319758" y="0"/>
                </a:moveTo>
                <a:lnTo>
                  <a:pt x="0" y="0"/>
                </a:lnTo>
                <a:lnTo>
                  <a:pt x="0" y="287204"/>
                </a:lnTo>
                <a:lnTo>
                  <a:pt x="319758" y="287204"/>
                </a:lnTo>
                <a:lnTo>
                  <a:pt x="319758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3874928" y="8342016"/>
            <a:ext cx="320040" cy="287655"/>
          </a:xfrm>
          <a:custGeom>
            <a:avLst/>
            <a:gdLst/>
            <a:ahLst/>
            <a:cxnLst/>
            <a:rect l="l" t="t" r="r" b="b"/>
            <a:pathLst>
              <a:path w="320039" h="287654">
                <a:moveTo>
                  <a:pt x="319758" y="287204"/>
                </a:moveTo>
                <a:lnTo>
                  <a:pt x="0" y="287204"/>
                </a:lnTo>
                <a:lnTo>
                  <a:pt x="0" y="0"/>
                </a:lnTo>
                <a:lnTo>
                  <a:pt x="319758" y="0"/>
                </a:lnTo>
                <a:lnTo>
                  <a:pt x="319758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3953714" y="834200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4654981" y="834200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5977936" y="3785026"/>
            <a:ext cx="68453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683916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6214692" y="3641423"/>
            <a:ext cx="188595" cy="287655"/>
          </a:xfrm>
          <a:custGeom>
            <a:avLst/>
            <a:gdLst/>
            <a:ahLst/>
            <a:cxnLst/>
            <a:rect l="l" t="t" r="r" b="b"/>
            <a:pathLst>
              <a:path w="188595" h="287654">
                <a:moveTo>
                  <a:pt x="188061" y="0"/>
                </a:moveTo>
                <a:lnTo>
                  <a:pt x="0" y="0"/>
                </a:lnTo>
                <a:lnTo>
                  <a:pt x="0" y="287204"/>
                </a:lnTo>
                <a:lnTo>
                  <a:pt x="188061" y="287204"/>
                </a:lnTo>
                <a:lnTo>
                  <a:pt x="188061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6214692" y="3641423"/>
            <a:ext cx="188595" cy="287655"/>
          </a:xfrm>
          <a:custGeom>
            <a:avLst/>
            <a:gdLst/>
            <a:ahLst/>
            <a:cxnLst/>
            <a:rect l="l" t="t" r="r" b="b"/>
            <a:pathLst>
              <a:path w="188595" h="287654">
                <a:moveTo>
                  <a:pt x="188061" y="287204"/>
                </a:moveTo>
                <a:lnTo>
                  <a:pt x="0" y="287204"/>
                </a:lnTo>
                <a:lnTo>
                  <a:pt x="0" y="0"/>
                </a:lnTo>
                <a:lnTo>
                  <a:pt x="188061" y="0"/>
                </a:lnTo>
                <a:lnTo>
                  <a:pt x="188061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6318764" y="364142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5983445" y="364142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6657372" y="364142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3379623" y="3785026"/>
            <a:ext cx="1388745" cy="0"/>
          </a:xfrm>
          <a:custGeom>
            <a:avLst/>
            <a:gdLst/>
            <a:ahLst/>
            <a:cxnLst/>
            <a:rect l="l" t="t" r="r" b="b"/>
            <a:pathLst>
              <a:path w="1388745">
                <a:moveTo>
                  <a:pt x="1388684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3870834" y="3641423"/>
            <a:ext cx="361950" cy="287655"/>
          </a:xfrm>
          <a:custGeom>
            <a:avLst/>
            <a:gdLst/>
            <a:ahLst/>
            <a:cxnLst/>
            <a:rect l="l" t="t" r="r" b="b"/>
            <a:pathLst>
              <a:path w="361950" h="287654">
                <a:moveTo>
                  <a:pt x="361695" y="0"/>
                </a:moveTo>
                <a:lnTo>
                  <a:pt x="0" y="0"/>
                </a:lnTo>
                <a:lnTo>
                  <a:pt x="0" y="287204"/>
                </a:lnTo>
                <a:lnTo>
                  <a:pt x="361695" y="287204"/>
                </a:lnTo>
                <a:lnTo>
                  <a:pt x="361695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3870834" y="3641423"/>
            <a:ext cx="361950" cy="287655"/>
          </a:xfrm>
          <a:custGeom>
            <a:avLst/>
            <a:gdLst/>
            <a:ahLst/>
            <a:cxnLst/>
            <a:rect l="l" t="t" r="r" b="b"/>
            <a:pathLst>
              <a:path w="361950" h="287654">
                <a:moveTo>
                  <a:pt x="361695" y="287204"/>
                </a:moveTo>
                <a:lnTo>
                  <a:pt x="0" y="287204"/>
                </a:lnTo>
                <a:lnTo>
                  <a:pt x="0" y="0"/>
                </a:lnTo>
                <a:lnTo>
                  <a:pt x="361695" y="0"/>
                </a:lnTo>
                <a:lnTo>
                  <a:pt x="361695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3987849" y="364453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3384670" y="364142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4762635" y="364142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5972869" y="6133785"/>
            <a:ext cx="673100" cy="0"/>
          </a:xfrm>
          <a:custGeom>
            <a:avLst/>
            <a:gdLst/>
            <a:ahLst/>
            <a:cxnLst/>
            <a:rect l="l" t="t" r="r" b="b"/>
            <a:pathLst>
              <a:path w="673100">
                <a:moveTo>
                  <a:pt x="672517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5975833" y="599018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6645386" y="599018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6213365" y="5990184"/>
            <a:ext cx="189865" cy="287655"/>
          </a:xfrm>
          <a:custGeom>
            <a:avLst/>
            <a:gdLst/>
            <a:ahLst/>
            <a:cxnLst/>
            <a:rect l="l" t="t" r="r" b="b"/>
            <a:pathLst>
              <a:path w="189864" h="287654">
                <a:moveTo>
                  <a:pt x="189460" y="0"/>
                </a:moveTo>
                <a:lnTo>
                  <a:pt x="0" y="0"/>
                </a:lnTo>
                <a:lnTo>
                  <a:pt x="0" y="287204"/>
                </a:lnTo>
                <a:lnTo>
                  <a:pt x="189460" y="287204"/>
                </a:lnTo>
                <a:lnTo>
                  <a:pt x="189460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6213365" y="5990184"/>
            <a:ext cx="189865" cy="287655"/>
          </a:xfrm>
          <a:custGeom>
            <a:avLst/>
            <a:gdLst/>
            <a:ahLst/>
            <a:cxnLst/>
            <a:rect l="l" t="t" r="r" b="b"/>
            <a:pathLst>
              <a:path w="189864" h="287654">
                <a:moveTo>
                  <a:pt x="189460" y="287204"/>
                </a:moveTo>
                <a:lnTo>
                  <a:pt x="0" y="287204"/>
                </a:lnTo>
                <a:lnTo>
                  <a:pt x="0" y="0"/>
                </a:lnTo>
                <a:lnTo>
                  <a:pt x="189460" y="0"/>
                </a:lnTo>
                <a:lnTo>
                  <a:pt x="189460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6310175" y="599018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3358855" y="6134053"/>
            <a:ext cx="1391285" cy="0"/>
          </a:xfrm>
          <a:custGeom>
            <a:avLst/>
            <a:gdLst/>
            <a:ahLst/>
            <a:cxnLst/>
            <a:rect l="l" t="t" r="r" b="b"/>
            <a:pathLst>
              <a:path w="1391285">
                <a:moveTo>
                  <a:pt x="1391045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3884999" y="5990448"/>
            <a:ext cx="358775" cy="287655"/>
          </a:xfrm>
          <a:custGeom>
            <a:avLst/>
            <a:gdLst/>
            <a:ahLst/>
            <a:cxnLst/>
            <a:rect l="l" t="t" r="r" b="b"/>
            <a:pathLst>
              <a:path w="358775" h="287654">
                <a:moveTo>
                  <a:pt x="358169" y="0"/>
                </a:moveTo>
                <a:lnTo>
                  <a:pt x="0" y="0"/>
                </a:lnTo>
                <a:lnTo>
                  <a:pt x="0" y="287204"/>
                </a:lnTo>
                <a:lnTo>
                  <a:pt x="358169" y="287204"/>
                </a:lnTo>
                <a:lnTo>
                  <a:pt x="358169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3884999" y="5990448"/>
            <a:ext cx="358775" cy="287655"/>
          </a:xfrm>
          <a:custGeom>
            <a:avLst/>
            <a:gdLst/>
            <a:ahLst/>
            <a:cxnLst/>
            <a:rect l="l" t="t" r="r" b="b"/>
            <a:pathLst>
              <a:path w="358775" h="287654">
                <a:moveTo>
                  <a:pt x="358169" y="287204"/>
                </a:moveTo>
                <a:lnTo>
                  <a:pt x="0" y="287204"/>
                </a:lnTo>
                <a:lnTo>
                  <a:pt x="0" y="0"/>
                </a:lnTo>
                <a:lnTo>
                  <a:pt x="358169" y="0"/>
                </a:lnTo>
                <a:lnTo>
                  <a:pt x="358169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4019578" y="599018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3364406" y="599044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4742371" y="599044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 flipV="1">
            <a:off x="3471401" y="8776262"/>
            <a:ext cx="1399049" cy="45719"/>
          </a:xfrm>
          <a:custGeom>
            <a:avLst/>
            <a:gdLst/>
            <a:ahLst/>
            <a:cxnLst/>
            <a:rect l="l" t="t" r="r" b="b"/>
            <a:pathLst>
              <a:path w="1499235">
                <a:moveTo>
                  <a:pt x="1498942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3965103" y="8678382"/>
            <a:ext cx="371947" cy="269240"/>
          </a:xfrm>
          <a:custGeom>
            <a:avLst/>
            <a:gdLst/>
            <a:ahLst/>
            <a:cxnLst/>
            <a:rect l="l" t="t" r="r" b="b"/>
            <a:pathLst>
              <a:path w="403860" h="287654">
                <a:moveTo>
                  <a:pt x="403855" y="0"/>
                </a:moveTo>
                <a:lnTo>
                  <a:pt x="0" y="0"/>
                </a:lnTo>
                <a:lnTo>
                  <a:pt x="0" y="287204"/>
                </a:lnTo>
                <a:lnTo>
                  <a:pt x="403855" y="287204"/>
                </a:lnTo>
                <a:lnTo>
                  <a:pt x="403855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3965103" y="8678382"/>
            <a:ext cx="371947" cy="269240"/>
          </a:xfrm>
          <a:custGeom>
            <a:avLst/>
            <a:gdLst/>
            <a:ahLst/>
            <a:cxnLst/>
            <a:rect l="l" t="t" r="r" b="b"/>
            <a:pathLst>
              <a:path w="403860" h="287654">
                <a:moveTo>
                  <a:pt x="403855" y="287204"/>
                </a:moveTo>
                <a:lnTo>
                  <a:pt x="0" y="287204"/>
                </a:lnTo>
                <a:lnTo>
                  <a:pt x="0" y="0"/>
                </a:lnTo>
                <a:lnTo>
                  <a:pt x="403855" y="0"/>
                </a:lnTo>
                <a:lnTo>
                  <a:pt x="403855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4108450" y="867837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3455595" y="867837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4870450" y="867837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5962737" y="4126076"/>
            <a:ext cx="734695" cy="0"/>
          </a:xfrm>
          <a:custGeom>
            <a:avLst/>
            <a:gdLst/>
            <a:ahLst/>
            <a:cxnLst/>
            <a:rect l="l" t="t" r="r" b="b"/>
            <a:pathLst>
              <a:path w="734695">
                <a:moveTo>
                  <a:pt x="734576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6232251" y="3982480"/>
            <a:ext cx="194310" cy="287655"/>
          </a:xfrm>
          <a:custGeom>
            <a:avLst/>
            <a:gdLst/>
            <a:ahLst/>
            <a:cxnLst/>
            <a:rect l="l" t="t" r="r" b="b"/>
            <a:pathLst>
              <a:path w="194310" h="287654">
                <a:moveTo>
                  <a:pt x="193948" y="0"/>
                </a:moveTo>
                <a:lnTo>
                  <a:pt x="0" y="0"/>
                </a:lnTo>
                <a:lnTo>
                  <a:pt x="0" y="287204"/>
                </a:lnTo>
                <a:lnTo>
                  <a:pt x="193948" y="287204"/>
                </a:lnTo>
                <a:lnTo>
                  <a:pt x="193948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6232251" y="3982480"/>
            <a:ext cx="194310" cy="287655"/>
          </a:xfrm>
          <a:custGeom>
            <a:avLst/>
            <a:gdLst/>
            <a:ahLst/>
            <a:cxnLst/>
            <a:rect l="l" t="t" r="r" b="b"/>
            <a:pathLst>
              <a:path w="194310" h="287654">
                <a:moveTo>
                  <a:pt x="193948" y="287204"/>
                </a:moveTo>
                <a:lnTo>
                  <a:pt x="0" y="287204"/>
                </a:lnTo>
                <a:lnTo>
                  <a:pt x="0" y="0"/>
                </a:lnTo>
                <a:lnTo>
                  <a:pt x="193948" y="0"/>
                </a:lnTo>
                <a:lnTo>
                  <a:pt x="193948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6321133" y="3982472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5962736" y="397572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6697314" y="3982472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3251846" y="4119325"/>
            <a:ext cx="1678305" cy="0"/>
          </a:xfrm>
          <a:custGeom>
            <a:avLst/>
            <a:gdLst/>
            <a:ahLst/>
            <a:cxnLst/>
            <a:rect l="l" t="t" r="r" b="b"/>
            <a:pathLst>
              <a:path w="1678304">
                <a:moveTo>
                  <a:pt x="1677773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3823669" y="3975721"/>
            <a:ext cx="447040" cy="287655"/>
          </a:xfrm>
          <a:custGeom>
            <a:avLst/>
            <a:gdLst/>
            <a:ahLst/>
            <a:cxnLst/>
            <a:rect l="l" t="t" r="r" b="b"/>
            <a:pathLst>
              <a:path w="447039" h="287654">
                <a:moveTo>
                  <a:pt x="446845" y="0"/>
                </a:moveTo>
                <a:lnTo>
                  <a:pt x="0" y="0"/>
                </a:lnTo>
                <a:lnTo>
                  <a:pt x="0" y="287204"/>
                </a:lnTo>
                <a:lnTo>
                  <a:pt x="446845" y="287204"/>
                </a:lnTo>
                <a:lnTo>
                  <a:pt x="446845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3823669" y="3975721"/>
            <a:ext cx="447040" cy="287655"/>
          </a:xfrm>
          <a:custGeom>
            <a:avLst/>
            <a:gdLst/>
            <a:ahLst/>
            <a:cxnLst/>
            <a:rect l="l" t="t" r="r" b="b"/>
            <a:pathLst>
              <a:path w="447039" h="287654">
                <a:moveTo>
                  <a:pt x="446845" y="287204"/>
                </a:moveTo>
                <a:lnTo>
                  <a:pt x="0" y="287204"/>
                </a:lnTo>
                <a:lnTo>
                  <a:pt x="0" y="0"/>
                </a:lnTo>
                <a:lnTo>
                  <a:pt x="446845" y="0"/>
                </a:lnTo>
                <a:lnTo>
                  <a:pt x="446845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4001693" y="397572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3260552" y="397572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4932347" y="397572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3937635" y="6331626"/>
            <a:ext cx="339725" cy="257899"/>
          </a:xfrm>
          <a:custGeom>
            <a:avLst/>
            <a:gdLst/>
            <a:ahLst/>
            <a:cxnLst/>
            <a:rect l="l" t="t" r="r" b="b"/>
            <a:pathLst>
              <a:path w="431800" h="287654">
                <a:moveTo>
                  <a:pt x="431323" y="0"/>
                </a:moveTo>
                <a:lnTo>
                  <a:pt x="0" y="0"/>
                </a:lnTo>
                <a:lnTo>
                  <a:pt x="0" y="287204"/>
                </a:lnTo>
                <a:lnTo>
                  <a:pt x="431323" y="287204"/>
                </a:lnTo>
                <a:lnTo>
                  <a:pt x="431323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3937635" y="6331626"/>
            <a:ext cx="339725" cy="257899"/>
          </a:xfrm>
          <a:custGeom>
            <a:avLst/>
            <a:gdLst/>
            <a:ahLst/>
            <a:cxnLst/>
            <a:rect l="l" t="t" r="r" b="b"/>
            <a:pathLst>
              <a:path w="431800" h="287654">
                <a:moveTo>
                  <a:pt x="431323" y="287204"/>
                </a:moveTo>
                <a:lnTo>
                  <a:pt x="0" y="287204"/>
                </a:lnTo>
                <a:lnTo>
                  <a:pt x="0" y="0"/>
                </a:lnTo>
                <a:lnTo>
                  <a:pt x="431323" y="0"/>
                </a:lnTo>
                <a:lnTo>
                  <a:pt x="431323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 flipV="1">
            <a:off x="3435041" y="6429509"/>
            <a:ext cx="1435409" cy="45719"/>
          </a:xfrm>
          <a:custGeom>
            <a:avLst/>
            <a:gdLst/>
            <a:ahLst/>
            <a:cxnLst/>
            <a:rect l="l" t="t" r="r" b="b"/>
            <a:pathLst>
              <a:path w="1540510">
                <a:moveTo>
                  <a:pt x="1540473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4108450" y="6331624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3435331" y="6331624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4870450" y="632969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6085335" y="7473276"/>
            <a:ext cx="474345" cy="0"/>
          </a:xfrm>
          <a:custGeom>
            <a:avLst/>
            <a:gdLst/>
            <a:ahLst/>
            <a:cxnLst/>
            <a:rect l="l" t="t" r="r" b="b"/>
            <a:pathLst>
              <a:path w="474345">
                <a:moveTo>
                  <a:pt x="474182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300"/>
          <p:cNvSpPr/>
          <p:nvPr/>
        </p:nvSpPr>
        <p:spPr>
          <a:xfrm>
            <a:off x="6252576" y="7329678"/>
            <a:ext cx="134620" cy="287655"/>
          </a:xfrm>
          <a:custGeom>
            <a:avLst/>
            <a:gdLst/>
            <a:ahLst/>
            <a:cxnLst/>
            <a:rect l="l" t="t" r="r" b="b"/>
            <a:pathLst>
              <a:path w="134620" h="287654">
                <a:moveTo>
                  <a:pt x="134300" y="0"/>
                </a:moveTo>
                <a:lnTo>
                  <a:pt x="0" y="0"/>
                </a:lnTo>
                <a:lnTo>
                  <a:pt x="0" y="287204"/>
                </a:lnTo>
                <a:lnTo>
                  <a:pt x="134300" y="287204"/>
                </a:lnTo>
                <a:lnTo>
                  <a:pt x="134300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301"/>
          <p:cNvSpPr/>
          <p:nvPr/>
        </p:nvSpPr>
        <p:spPr>
          <a:xfrm>
            <a:off x="6252576" y="7329678"/>
            <a:ext cx="134620" cy="287655"/>
          </a:xfrm>
          <a:custGeom>
            <a:avLst/>
            <a:gdLst/>
            <a:ahLst/>
            <a:cxnLst/>
            <a:rect l="l" t="t" r="r" b="b"/>
            <a:pathLst>
              <a:path w="134620" h="287654">
                <a:moveTo>
                  <a:pt x="134300" y="287204"/>
                </a:moveTo>
                <a:lnTo>
                  <a:pt x="0" y="287204"/>
                </a:lnTo>
                <a:lnTo>
                  <a:pt x="0" y="0"/>
                </a:lnTo>
                <a:lnTo>
                  <a:pt x="134300" y="0"/>
                </a:lnTo>
                <a:lnTo>
                  <a:pt x="134300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6319729" y="7329672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3"/>
          <p:cNvSpPr/>
          <p:nvPr/>
        </p:nvSpPr>
        <p:spPr>
          <a:xfrm>
            <a:off x="6086279" y="7329672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04"/>
          <p:cNvSpPr/>
          <p:nvPr/>
        </p:nvSpPr>
        <p:spPr>
          <a:xfrm>
            <a:off x="6557157" y="7329672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05"/>
          <p:cNvSpPr/>
          <p:nvPr/>
        </p:nvSpPr>
        <p:spPr>
          <a:xfrm>
            <a:off x="3413877" y="7473276"/>
            <a:ext cx="1324610" cy="0"/>
          </a:xfrm>
          <a:custGeom>
            <a:avLst/>
            <a:gdLst/>
            <a:ahLst/>
            <a:cxnLst/>
            <a:rect l="l" t="t" r="r" b="b"/>
            <a:pathLst>
              <a:path w="1324610">
                <a:moveTo>
                  <a:pt x="1324143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3422288" y="732967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4740728" y="732967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3920168" y="7348093"/>
            <a:ext cx="264482" cy="269240"/>
          </a:xfrm>
          <a:custGeom>
            <a:avLst/>
            <a:gdLst/>
            <a:ahLst/>
            <a:cxnLst/>
            <a:rect l="l" t="t" r="r" b="b"/>
            <a:pathLst>
              <a:path w="341629" h="287654">
                <a:moveTo>
                  <a:pt x="341005" y="0"/>
                </a:moveTo>
                <a:lnTo>
                  <a:pt x="0" y="0"/>
                </a:lnTo>
                <a:lnTo>
                  <a:pt x="0" y="287204"/>
                </a:lnTo>
                <a:lnTo>
                  <a:pt x="341005" y="287204"/>
                </a:lnTo>
                <a:lnTo>
                  <a:pt x="341005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3920168" y="7348093"/>
            <a:ext cx="264482" cy="269240"/>
          </a:xfrm>
          <a:custGeom>
            <a:avLst/>
            <a:gdLst/>
            <a:ahLst/>
            <a:cxnLst/>
            <a:rect l="l" t="t" r="r" b="b"/>
            <a:pathLst>
              <a:path w="341629" h="287654">
                <a:moveTo>
                  <a:pt x="341005" y="287204"/>
                </a:moveTo>
                <a:lnTo>
                  <a:pt x="0" y="287204"/>
                </a:lnTo>
                <a:lnTo>
                  <a:pt x="0" y="0"/>
                </a:lnTo>
                <a:lnTo>
                  <a:pt x="341005" y="0"/>
                </a:lnTo>
                <a:lnTo>
                  <a:pt x="341005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4049808" y="732967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5615718" y="2771280"/>
            <a:ext cx="1403985" cy="0"/>
          </a:xfrm>
          <a:custGeom>
            <a:avLst/>
            <a:gdLst/>
            <a:ahLst/>
            <a:cxnLst/>
            <a:rect l="l" t="t" r="r" b="b"/>
            <a:pathLst>
              <a:path w="1403984">
                <a:moveTo>
                  <a:pt x="1403923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6134354" y="2627677"/>
            <a:ext cx="353695" cy="287655"/>
          </a:xfrm>
          <a:custGeom>
            <a:avLst/>
            <a:gdLst/>
            <a:ahLst/>
            <a:cxnLst/>
            <a:rect l="l" t="t" r="r" b="b"/>
            <a:pathLst>
              <a:path w="353695" h="287655">
                <a:moveTo>
                  <a:pt x="353356" y="0"/>
                </a:moveTo>
                <a:lnTo>
                  <a:pt x="0" y="0"/>
                </a:lnTo>
                <a:lnTo>
                  <a:pt x="0" y="287204"/>
                </a:lnTo>
                <a:lnTo>
                  <a:pt x="353356" y="287204"/>
                </a:lnTo>
                <a:lnTo>
                  <a:pt x="353356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6134354" y="2627677"/>
            <a:ext cx="353695" cy="287655"/>
          </a:xfrm>
          <a:custGeom>
            <a:avLst/>
            <a:gdLst/>
            <a:ahLst/>
            <a:cxnLst/>
            <a:rect l="l" t="t" r="r" b="b"/>
            <a:pathLst>
              <a:path w="353695" h="287655">
                <a:moveTo>
                  <a:pt x="353356" y="287204"/>
                </a:moveTo>
                <a:lnTo>
                  <a:pt x="0" y="287204"/>
                </a:lnTo>
                <a:lnTo>
                  <a:pt x="0" y="0"/>
                </a:lnTo>
                <a:lnTo>
                  <a:pt x="353356" y="0"/>
                </a:lnTo>
                <a:lnTo>
                  <a:pt x="353356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6325506" y="262767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5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5607813" y="262767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5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7026227" y="262767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5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3793837" y="2771280"/>
            <a:ext cx="1285875" cy="0"/>
          </a:xfrm>
          <a:custGeom>
            <a:avLst/>
            <a:gdLst/>
            <a:ahLst/>
            <a:cxnLst/>
            <a:rect l="l" t="t" r="r" b="b"/>
            <a:pathLst>
              <a:path w="1285875">
                <a:moveTo>
                  <a:pt x="1285600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8"/>
          <p:cNvSpPr/>
          <p:nvPr/>
        </p:nvSpPr>
        <p:spPr>
          <a:xfrm>
            <a:off x="3791220" y="262767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5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object 319"/>
          <p:cNvSpPr/>
          <p:nvPr/>
        </p:nvSpPr>
        <p:spPr>
          <a:xfrm>
            <a:off x="5086859" y="262767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5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4094004" y="2627677"/>
            <a:ext cx="522605" cy="287655"/>
          </a:xfrm>
          <a:custGeom>
            <a:avLst/>
            <a:gdLst/>
            <a:ahLst/>
            <a:cxnLst/>
            <a:rect l="l" t="t" r="r" b="b"/>
            <a:pathLst>
              <a:path w="522604" h="287655">
                <a:moveTo>
                  <a:pt x="522431" y="0"/>
                </a:moveTo>
                <a:lnTo>
                  <a:pt x="0" y="0"/>
                </a:lnTo>
                <a:lnTo>
                  <a:pt x="0" y="287204"/>
                </a:lnTo>
                <a:lnTo>
                  <a:pt x="522431" y="287204"/>
                </a:lnTo>
                <a:lnTo>
                  <a:pt x="522431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4094004" y="2627677"/>
            <a:ext cx="522605" cy="287655"/>
          </a:xfrm>
          <a:custGeom>
            <a:avLst/>
            <a:gdLst/>
            <a:ahLst/>
            <a:cxnLst/>
            <a:rect l="l" t="t" r="r" b="b"/>
            <a:pathLst>
              <a:path w="522604" h="287655">
                <a:moveTo>
                  <a:pt x="522431" y="287204"/>
                </a:moveTo>
                <a:lnTo>
                  <a:pt x="0" y="287204"/>
                </a:lnTo>
                <a:lnTo>
                  <a:pt x="0" y="0"/>
                </a:lnTo>
                <a:lnTo>
                  <a:pt x="522431" y="0"/>
                </a:lnTo>
                <a:lnTo>
                  <a:pt x="522431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4337050" y="263119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5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5805688" y="5125997"/>
            <a:ext cx="970280" cy="0"/>
          </a:xfrm>
          <a:custGeom>
            <a:avLst/>
            <a:gdLst/>
            <a:ahLst/>
            <a:cxnLst/>
            <a:rect l="l" t="t" r="r" b="b"/>
            <a:pathLst>
              <a:path w="970279">
                <a:moveTo>
                  <a:pt x="970148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5805690" y="498239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6775836" y="498239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3529817" y="5133235"/>
            <a:ext cx="1320800" cy="0"/>
          </a:xfrm>
          <a:custGeom>
            <a:avLst/>
            <a:gdLst/>
            <a:ahLst/>
            <a:cxnLst/>
            <a:rect l="l" t="t" r="r" b="b"/>
            <a:pathLst>
              <a:path w="1320800">
                <a:moveTo>
                  <a:pt x="1320586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3534371" y="498963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4852809" y="498963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3980393" y="4989630"/>
            <a:ext cx="353695" cy="287655"/>
          </a:xfrm>
          <a:custGeom>
            <a:avLst/>
            <a:gdLst/>
            <a:ahLst/>
            <a:cxnLst/>
            <a:rect l="l" t="t" r="r" b="b"/>
            <a:pathLst>
              <a:path w="353695" h="287654">
                <a:moveTo>
                  <a:pt x="353691" y="0"/>
                </a:moveTo>
                <a:lnTo>
                  <a:pt x="0" y="0"/>
                </a:lnTo>
                <a:lnTo>
                  <a:pt x="0" y="287204"/>
                </a:lnTo>
                <a:lnTo>
                  <a:pt x="353691" y="287204"/>
                </a:lnTo>
                <a:lnTo>
                  <a:pt x="353691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3980393" y="4989630"/>
            <a:ext cx="353695" cy="287655"/>
          </a:xfrm>
          <a:custGeom>
            <a:avLst/>
            <a:gdLst/>
            <a:ahLst/>
            <a:cxnLst/>
            <a:rect l="l" t="t" r="r" b="b"/>
            <a:pathLst>
              <a:path w="353695" h="287654">
                <a:moveTo>
                  <a:pt x="353691" y="287204"/>
                </a:moveTo>
                <a:lnTo>
                  <a:pt x="0" y="287204"/>
                </a:lnTo>
                <a:lnTo>
                  <a:pt x="0" y="0"/>
                </a:lnTo>
                <a:lnTo>
                  <a:pt x="353691" y="0"/>
                </a:lnTo>
                <a:lnTo>
                  <a:pt x="353691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4142500" y="498239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11586818" y="2771277"/>
            <a:ext cx="827432" cy="45719"/>
          </a:xfrm>
          <a:custGeom>
            <a:avLst/>
            <a:gdLst/>
            <a:ahLst/>
            <a:cxnLst/>
            <a:rect l="l" t="t" r="r" b="b"/>
            <a:pathLst>
              <a:path w="906145">
                <a:moveTo>
                  <a:pt x="906052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object 333"/>
          <p:cNvSpPr/>
          <p:nvPr/>
        </p:nvSpPr>
        <p:spPr>
          <a:xfrm>
            <a:off x="11767707" y="2627677"/>
            <a:ext cx="299085" cy="287655"/>
          </a:xfrm>
          <a:custGeom>
            <a:avLst/>
            <a:gdLst/>
            <a:ahLst/>
            <a:cxnLst/>
            <a:rect l="l" t="t" r="r" b="b"/>
            <a:pathLst>
              <a:path w="299084" h="287655">
                <a:moveTo>
                  <a:pt x="298886" y="0"/>
                </a:moveTo>
                <a:lnTo>
                  <a:pt x="0" y="0"/>
                </a:lnTo>
                <a:lnTo>
                  <a:pt x="0" y="287204"/>
                </a:lnTo>
                <a:lnTo>
                  <a:pt x="298886" y="287204"/>
                </a:lnTo>
                <a:lnTo>
                  <a:pt x="298886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11767707" y="2627677"/>
            <a:ext cx="299085" cy="287655"/>
          </a:xfrm>
          <a:custGeom>
            <a:avLst/>
            <a:gdLst/>
            <a:ahLst/>
            <a:cxnLst/>
            <a:rect l="l" t="t" r="r" b="b"/>
            <a:pathLst>
              <a:path w="299084" h="287655">
                <a:moveTo>
                  <a:pt x="298886" y="287204"/>
                </a:moveTo>
                <a:lnTo>
                  <a:pt x="0" y="287204"/>
                </a:lnTo>
                <a:lnTo>
                  <a:pt x="0" y="0"/>
                </a:lnTo>
                <a:lnTo>
                  <a:pt x="298886" y="0"/>
                </a:lnTo>
                <a:lnTo>
                  <a:pt x="298886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11873640" y="262767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5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11584536" y="262767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5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12414250" y="262767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5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11650977" y="7480484"/>
            <a:ext cx="269875" cy="0"/>
          </a:xfrm>
          <a:custGeom>
            <a:avLst/>
            <a:gdLst/>
            <a:ahLst/>
            <a:cxnLst/>
            <a:rect l="l" t="t" r="r" b="b"/>
            <a:pathLst>
              <a:path w="269875">
                <a:moveTo>
                  <a:pt x="269463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11723684" y="7336882"/>
            <a:ext cx="83820" cy="287655"/>
          </a:xfrm>
          <a:custGeom>
            <a:avLst/>
            <a:gdLst/>
            <a:ahLst/>
            <a:cxnLst/>
            <a:rect l="l" t="t" r="r" b="b"/>
            <a:pathLst>
              <a:path w="83820" h="287654">
                <a:moveTo>
                  <a:pt x="83792" y="0"/>
                </a:moveTo>
                <a:lnTo>
                  <a:pt x="0" y="0"/>
                </a:lnTo>
                <a:lnTo>
                  <a:pt x="0" y="287204"/>
                </a:lnTo>
                <a:lnTo>
                  <a:pt x="83792" y="287204"/>
                </a:lnTo>
                <a:lnTo>
                  <a:pt x="83792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11723684" y="7336882"/>
            <a:ext cx="83820" cy="287655"/>
          </a:xfrm>
          <a:custGeom>
            <a:avLst/>
            <a:gdLst/>
            <a:ahLst/>
            <a:cxnLst/>
            <a:rect l="l" t="t" r="r" b="b"/>
            <a:pathLst>
              <a:path w="83820" h="287654">
                <a:moveTo>
                  <a:pt x="83792" y="287204"/>
                </a:moveTo>
                <a:lnTo>
                  <a:pt x="0" y="287204"/>
                </a:lnTo>
                <a:lnTo>
                  <a:pt x="0" y="0"/>
                </a:lnTo>
                <a:lnTo>
                  <a:pt x="83792" y="0"/>
                </a:lnTo>
                <a:lnTo>
                  <a:pt x="83792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11749194" y="732967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506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11655757" y="733690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object 343"/>
          <p:cNvSpPr/>
          <p:nvPr/>
        </p:nvSpPr>
        <p:spPr>
          <a:xfrm>
            <a:off x="11920995" y="7336934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object 344"/>
          <p:cNvSpPr/>
          <p:nvPr/>
        </p:nvSpPr>
        <p:spPr>
          <a:xfrm>
            <a:off x="14035478" y="7484628"/>
            <a:ext cx="194310" cy="0"/>
          </a:xfrm>
          <a:custGeom>
            <a:avLst/>
            <a:gdLst/>
            <a:ahLst/>
            <a:cxnLst/>
            <a:rect l="l" t="t" r="r" b="b"/>
            <a:pathLst>
              <a:path w="194309">
                <a:moveTo>
                  <a:pt x="194222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14101422" y="7341025"/>
            <a:ext cx="56515" cy="287655"/>
          </a:xfrm>
          <a:custGeom>
            <a:avLst/>
            <a:gdLst/>
            <a:ahLst/>
            <a:cxnLst/>
            <a:rect l="l" t="t" r="r" b="b"/>
            <a:pathLst>
              <a:path w="56515" h="287654">
                <a:moveTo>
                  <a:pt x="56344" y="0"/>
                </a:moveTo>
                <a:lnTo>
                  <a:pt x="0" y="0"/>
                </a:lnTo>
                <a:lnTo>
                  <a:pt x="0" y="287204"/>
                </a:lnTo>
                <a:lnTo>
                  <a:pt x="56344" y="287204"/>
                </a:lnTo>
                <a:lnTo>
                  <a:pt x="56344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14101422" y="7341025"/>
            <a:ext cx="56515" cy="287655"/>
          </a:xfrm>
          <a:custGeom>
            <a:avLst/>
            <a:gdLst/>
            <a:ahLst/>
            <a:cxnLst/>
            <a:rect l="l" t="t" r="r" b="b"/>
            <a:pathLst>
              <a:path w="56515" h="287654">
                <a:moveTo>
                  <a:pt x="56344" y="287204"/>
                </a:moveTo>
                <a:lnTo>
                  <a:pt x="0" y="287204"/>
                </a:lnTo>
                <a:lnTo>
                  <a:pt x="0" y="0"/>
                </a:lnTo>
                <a:lnTo>
                  <a:pt x="56344" y="0"/>
                </a:lnTo>
                <a:lnTo>
                  <a:pt x="56344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14124890" y="7333814"/>
            <a:ext cx="15240" cy="287655"/>
          </a:xfrm>
          <a:custGeom>
            <a:avLst/>
            <a:gdLst/>
            <a:ahLst/>
            <a:cxnLst/>
            <a:rect l="l" t="t" r="r" b="b"/>
            <a:pathLst>
              <a:path w="15240" h="287654">
                <a:moveTo>
                  <a:pt x="0" y="287204"/>
                </a:moveTo>
                <a:lnTo>
                  <a:pt x="15198" y="287204"/>
                </a:lnTo>
                <a:lnTo>
                  <a:pt x="15198" y="0"/>
                </a:lnTo>
                <a:lnTo>
                  <a:pt x="0" y="0"/>
                </a:lnTo>
                <a:lnTo>
                  <a:pt x="0" y="2872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14038356" y="734104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14233058" y="734107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11608837" y="3118708"/>
            <a:ext cx="599440" cy="0"/>
          </a:xfrm>
          <a:custGeom>
            <a:avLst/>
            <a:gdLst/>
            <a:ahLst/>
            <a:cxnLst/>
            <a:rect l="l" t="t" r="r" b="b"/>
            <a:pathLst>
              <a:path w="599440">
                <a:moveTo>
                  <a:pt x="599293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object 351"/>
          <p:cNvSpPr/>
          <p:nvPr/>
        </p:nvSpPr>
        <p:spPr>
          <a:xfrm>
            <a:off x="11755083" y="2970212"/>
            <a:ext cx="194310" cy="287655"/>
          </a:xfrm>
          <a:custGeom>
            <a:avLst/>
            <a:gdLst/>
            <a:ahLst/>
            <a:cxnLst/>
            <a:rect l="l" t="t" r="r" b="b"/>
            <a:pathLst>
              <a:path w="194309" h="287654">
                <a:moveTo>
                  <a:pt x="193978" y="0"/>
                </a:moveTo>
                <a:lnTo>
                  <a:pt x="0" y="0"/>
                </a:lnTo>
                <a:lnTo>
                  <a:pt x="0" y="287204"/>
                </a:lnTo>
                <a:lnTo>
                  <a:pt x="193978" y="287204"/>
                </a:lnTo>
                <a:lnTo>
                  <a:pt x="193978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object 352"/>
          <p:cNvSpPr/>
          <p:nvPr/>
        </p:nvSpPr>
        <p:spPr>
          <a:xfrm>
            <a:off x="11755083" y="2970212"/>
            <a:ext cx="194310" cy="287655"/>
          </a:xfrm>
          <a:custGeom>
            <a:avLst/>
            <a:gdLst/>
            <a:ahLst/>
            <a:cxnLst/>
            <a:rect l="l" t="t" r="r" b="b"/>
            <a:pathLst>
              <a:path w="194309" h="287654">
                <a:moveTo>
                  <a:pt x="193978" y="287204"/>
                </a:moveTo>
                <a:lnTo>
                  <a:pt x="0" y="287204"/>
                </a:lnTo>
                <a:lnTo>
                  <a:pt x="0" y="0"/>
                </a:lnTo>
                <a:lnTo>
                  <a:pt x="193978" y="0"/>
                </a:lnTo>
                <a:lnTo>
                  <a:pt x="193978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object 353"/>
          <p:cNvSpPr/>
          <p:nvPr/>
        </p:nvSpPr>
        <p:spPr>
          <a:xfrm>
            <a:off x="11804650" y="297053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object 354"/>
          <p:cNvSpPr/>
          <p:nvPr/>
        </p:nvSpPr>
        <p:spPr>
          <a:xfrm>
            <a:off x="11606165" y="297024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object 355"/>
          <p:cNvSpPr/>
          <p:nvPr/>
        </p:nvSpPr>
        <p:spPr>
          <a:xfrm>
            <a:off x="12211097" y="297023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object 356"/>
          <p:cNvSpPr/>
          <p:nvPr/>
        </p:nvSpPr>
        <p:spPr>
          <a:xfrm>
            <a:off x="13918820" y="3122853"/>
            <a:ext cx="572770" cy="0"/>
          </a:xfrm>
          <a:custGeom>
            <a:avLst/>
            <a:gdLst/>
            <a:ahLst/>
            <a:cxnLst/>
            <a:rect l="l" t="t" r="r" b="b"/>
            <a:pathLst>
              <a:path w="572769">
                <a:moveTo>
                  <a:pt x="572605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object 357"/>
          <p:cNvSpPr/>
          <p:nvPr/>
        </p:nvSpPr>
        <p:spPr>
          <a:xfrm>
            <a:off x="14086123" y="2974356"/>
            <a:ext cx="167640" cy="287655"/>
          </a:xfrm>
          <a:custGeom>
            <a:avLst/>
            <a:gdLst/>
            <a:ahLst/>
            <a:cxnLst/>
            <a:rect l="l" t="t" r="r" b="b"/>
            <a:pathLst>
              <a:path w="167640" h="287654">
                <a:moveTo>
                  <a:pt x="167301" y="0"/>
                </a:moveTo>
                <a:lnTo>
                  <a:pt x="0" y="0"/>
                </a:lnTo>
                <a:lnTo>
                  <a:pt x="0" y="287204"/>
                </a:lnTo>
                <a:lnTo>
                  <a:pt x="167301" y="287204"/>
                </a:lnTo>
                <a:lnTo>
                  <a:pt x="167301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object 358"/>
          <p:cNvSpPr/>
          <p:nvPr/>
        </p:nvSpPr>
        <p:spPr>
          <a:xfrm>
            <a:off x="14086123" y="2974356"/>
            <a:ext cx="167640" cy="287655"/>
          </a:xfrm>
          <a:custGeom>
            <a:avLst/>
            <a:gdLst/>
            <a:ahLst/>
            <a:cxnLst/>
            <a:rect l="l" t="t" r="r" b="b"/>
            <a:pathLst>
              <a:path w="167640" h="287654">
                <a:moveTo>
                  <a:pt x="167301" y="287204"/>
                </a:moveTo>
                <a:lnTo>
                  <a:pt x="0" y="287204"/>
                </a:lnTo>
                <a:lnTo>
                  <a:pt x="0" y="0"/>
                </a:lnTo>
                <a:lnTo>
                  <a:pt x="167301" y="0"/>
                </a:lnTo>
                <a:lnTo>
                  <a:pt x="167301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object 359"/>
          <p:cNvSpPr/>
          <p:nvPr/>
        </p:nvSpPr>
        <p:spPr>
          <a:xfrm>
            <a:off x="14144482" y="297468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object 360"/>
          <p:cNvSpPr/>
          <p:nvPr/>
        </p:nvSpPr>
        <p:spPr>
          <a:xfrm>
            <a:off x="13919442" y="297438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object 361"/>
          <p:cNvSpPr/>
          <p:nvPr/>
        </p:nvSpPr>
        <p:spPr>
          <a:xfrm>
            <a:off x="14486552" y="297438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13929099" y="5464775"/>
            <a:ext cx="448945" cy="0"/>
          </a:xfrm>
          <a:custGeom>
            <a:avLst/>
            <a:gdLst/>
            <a:ahLst/>
            <a:cxnLst/>
            <a:rect l="l" t="t" r="r" b="b"/>
            <a:pathLst>
              <a:path w="448944">
                <a:moveTo>
                  <a:pt x="448861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14087146" y="5322115"/>
            <a:ext cx="123825" cy="287655"/>
          </a:xfrm>
          <a:custGeom>
            <a:avLst/>
            <a:gdLst/>
            <a:ahLst/>
            <a:cxnLst/>
            <a:rect l="l" t="t" r="r" b="b"/>
            <a:pathLst>
              <a:path w="123825" h="287654">
                <a:moveTo>
                  <a:pt x="123277" y="0"/>
                </a:moveTo>
                <a:lnTo>
                  <a:pt x="0" y="0"/>
                </a:lnTo>
                <a:lnTo>
                  <a:pt x="0" y="287204"/>
                </a:lnTo>
                <a:lnTo>
                  <a:pt x="123277" y="287204"/>
                </a:lnTo>
                <a:lnTo>
                  <a:pt x="123277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14087146" y="5322115"/>
            <a:ext cx="123825" cy="287655"/>
          </a:xfrm>
          <a:custGeom>
            <a:avLst/>
            <a:gdLst/>
            <a:ahLst/>
            <a:cxnLst/>
            <a:rect l="l" t="t" r="r" b="b"/>
            <a:pathLst>
              <a:path w="123825" h="287654">
                <a:moveTo>
                  <a:pt x="123277" y="287204"/>
                </a:moveTo>
                <a:lnTo>
                  <a:pt x="0" y="287204"/>
                </a:lnTo>
                <a:lnTo>
                  <a:pt x="0" y="0"/>
                </a:lnTo>
                <a:lnTo>
                  <a:pt x="123277" y="0"/>
                </a:lnTo>
                <a:lnTo>
                  <a:pt x="123277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14142965" y="532306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13934077" y="532211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14381240" y="532403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11649081" y="7814782"/>
            <a:ext cx="255270" cy="0"/>
          </a:xfrm>
          <a:custGeom>
            <a:avLst/>
            <a:gdLst/>
            <a:ahLst/>
            <a:cxnLst/>
            <a:rect l="l" t="t" r="r" b="b"/>
            <a:pathLst>
              <a:path w="255270">
                <a:moveTo>
                  <a:pt x="254670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object 375"/>
          <p:cNvSpPr/>
          <p:nvPr/>
        </p:nvSpPr>
        <p:spPr>
          <a:xfrm>
            <a:off x="11719732" y="7671899"/>
            <a:ext cx="85725" cy="287655"/>
          </a:xfrm>
          <a:custGeom>
            <a:avLst/>
            <a:gdLst/>
            <a:ahLst/>
            <a:cxnLst/>
            <a:rect l="l" t="t" r="r" b="b"/>
            <a:pathLst>
              <a:path w="85725" h="287654">
                <a:moveTo>
                  <a:pt x="85433" y="0"/>
                </a:moveTo>
                <a:lnTo>
                  <a:pt x="0" y="0"/>
                </a:lnTo>
                <a:lnTo>
                  <a:pt x="0" y="287204"/>
                </a:lnTo>
                <a:lnTo>
                  <a:pt x="85433" y="287204"/>
                </a:lnTo>
                <a:lnTo>
                  <a:pt x="85433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object 376"/>
          <p:cNvSpPr/>
          <p:nvPr/>
        </p:nvSpPr>
        <p:spPr>
          <a:xfrm>
            <a:off x="11719732" y="7671899"/>
            <a:ext cx="85725" cy="287655"/>
          </a:xfrm>
          <a:custGeom>
            <a:avLst/>
            <a:gdLst/>
            <a:ahLst/>
            <a:cxnLst/>
            <a:rect l="l" t="t" r="r" b="b"/>
            <a:pathLst>
              <a:path w="85725" h="287654">
                <a:moveTo>
                  <a:pt x="85433" y="287204"/>
                </a:moveTo>
                <a:lnTo>
                  <a:pt x="0" y="287204"/>
                </a:lnTo>
                <a:lnTo>
                  <a:pt x="0" y="0"/>
                </a:lnTo>
                <a:lnTo>
                  <a:pt x="85433" y="0"/>
                </a:lnTo>
                <a:lnTo>
                  <a:pt x="85433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11745719" y="767311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506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11652631" y="767191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11910672" y="767384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14034070" y="7818925"/>
            <a:ext cx="191770" cy="0"/>
          </a:xfrm>
          <a:custGeom>
            <a:avLst/>
            <a:gdLst/>
            <a:ahLst/>
            <a:cxnLst/>
            <a:rect l="l" t="t" r="r" b="b"/>
            <a:pathLst>
              <a:path w="191769">
                <a:moveTo>
                  <a:pt x="191516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14102283" y="7676043"/>
            <a:ext cx="60960" cy="287655"/>
          </a:xfrm>
          <a:custGeom>
            <a:avLst/>
            <a:gdLst/>
            <a:ahLst/>
            <a:cxnLst/>
            <a:rect l="l" t="t" r="r" b="b"/>
            <a:pathLst>
              <a:path w="60959" h="287654">
                <a:moveTo>
                  <a:pt x="60336" y="0"/>
                </a:moveTo>
                <a:lnTo>
                  <a:pt x="0" y="0"/>
                </a:lnTo>
                <a:lnTo>
                  <a:pt x="0" y="287204"/>
                </a:lnTo>
                <a:lnTo>
                  <a:pt x="60336" y="287204"/>
                </a:lnTo>
                <a:lnTo>
                  <a:pt x="60336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object 382"/>
          <p:cNvSpPr/>
          <p:nvPr/>
        </p:nvSpPr>
        <p:spPr>
          <a:xfrm>
            <a:off x="14102283" y="7676043"/>
            <a:ext cx="60960" cy="287655"/>
          </a:xfrm>
          <a:custGeom>
            <a:avLst/>
            <a:gdLst/>
            <a:ahLst/>
            <a:cxnLst/>
            <a:rect l="l" t="t" r="r" b="b"/>
            <a:pathLst>
              <a:path w="60959" h="287654">
                <a:moveTo>
                  <a:pt x="60336" y="287204"/>
                </a:moveTo>
                <a:lnTo>
                  <a:pt x="0" y="287204"/>
                </a:lnTo>
                <a:lnTo>
                  <a:pt x="0" y="0"/>
                </a:lnTo>
                <a:lnTo>
                  <a:pt x="60336" y="0"/>
                </a:lnTo>
                <a:lnTo>
                  <a:pt x="60336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object 383"/>
          <p:cNvSpPr/>
          <p:nvPr/>
        </p:nvSpPr>
        <p:spPr>
          <a:xfrm>
            <a:off x="14124936" y="7677254"/>
            <a:ext cx="15240" cy="287655"/>
          </a:xfrm>
          <a:custGeom>
            <a:avLst/>
            <a:gdLst/>
            <a:ahLst/>
            <a:cxnLst/>
            <a:rect l="l" t="t" r="r" b="b"/>
            <a:pathLst>
              <a:path w="15240" h="287654">
                <a:moveTo>
                  <a:pt x="0" y="287204"/>
                </a:moveTo>
                <a:lnTo>
                  <a:pt x="15198" y="287204"/>
                </a:lnTo>
                <a:lnTo>
                  <a:pt x="15198" y="0"/>
                </a:lnTo>
                <a:lnTo>
                  <a:pt x="0" y="0"/>
                </a:lnTo>
                <a:lnTo>
                  <a:pt x="0" y="2872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object 384"/>
          <p:cNvSpPr/>
          <p:nvPr/>
        </p:nvSpPr>
        <p:spPr>
          <a:xfrm>
            <a:off x="14029786" y="767606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object 385"/>
          <p:cNvSpPr/>
          <p:nvPr/>
        </p:nvSpPr>
        <p:spPr>
          <a:xfrm>
            <a:off x="14231159" y="767799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6" name="object 386"/>
          <p:cNvSpPr/>
          <p:nvPr/>
        </p:nvSpPr>
        <p:spPr>
          <a:xfrm>
            <a:off x="11496877" y="3783109"/>
            <a:ext cx="831850" cy="0"/>
          </a:xfrm>
          <a:custGeom>
            <a:avLst/>
            <a:gdLst/>
            <a:ahLst/>
            <a:cxnLst/>
            <a:rect l="l" t="t" r="r" b="b"/>
            <a:pathLst>
              <a:path w="831850">
                <a:moveTo>
                  <a:pt x="831520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7" name="object 387"/>
          <p:cNvSpPr/>
          <p:nvPr/>
        </p:nvSpPr>
        <p:spPr>
          <a:xfrm>
            <a:off x="11716399" y="3639508"/>
            <a:ext cx="245110" cy="287655"/>
          </a:xfrm>
          <a:custGeom>
            <a:avLst/>
            <a:gdLst/>
            <a:ahLst/>
            <a:cxnLst/>
            <a:rect l="l" t="t" r="r" b="b"/>
            <a:pathLst>
              <a:path w="245109" h="287654">
                <a:moveTo>
                  <a:pt x="245095" y="0"/>
                </a:moveTo>
                <a:lnTo>
                  <a:pt x="0" y="0"/>
                </a:lnTo>
                <a:lnTo>
                  <a:pt x="0" y="287204"/>
                </a:lnTo>
                <a:lnTo>
                  <a:pt x="245095" y="287204"/>
                </a:lnTo>
                <a:lnTo>
                  <a:pt x="245095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object 388"/>
          <p:cNvSpPr/>
          <p:nvPr/>
        </p:nvSpPr>
        <p:spPr>
          <a:xfrm>
            <a:off x="11716399" y="3639508"/>
            <a:ext cx="245110" cy="287655"/>
          </a:xfrm>
          <a:custGeom>
            <a:avLst/>
            <a:gdLst/>
            <a:ahLst/>
            <a:cxnLst/>
            <a:rect l="l" t="t" r="r" b="b"/>
            <a:pathLst>
              <a:path w="245109" h="287654">
                <a:moveTo>
                  <a:pt x="245095" y="287204"/>
                </a:moveTo>
                <a:lnTo>
                  <a:pt x="0" y="287204"/>
                </a:lnTo>
                <a:lnTo>
                  <a:pt x="0" y="0"/>
                </a:lnTo>
                <a:lnTo>
                  <a:pt x="245095" y="0"/>
                </a:lnTo>
                <a:lnTo>
                  <a:pt x="245095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9" name="object 389"/>
          <p:cNvSpPr/>
          <p:nvPr/>
        </p:nvSpPr>
        <p:spPr>
          <a:xfrm>
            <a:off x="11755033" y="363950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object 390"/>
          <p:cNvSpPr/>
          <p:nvPr/>
        </p:nvSpPr>
        <p:spPr>
          <a:xfrm>
            <a:off x="11489794" y="3639544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1" name="object 391"/>
          <p:cNvSpPr/>
          <p:nvPr/>
        </p:nvSpPr>
        <p:spPr>
          <a:xfrm>
            <a:off x="12333287" y="363952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2" name="object 392"/>
          <p:cNvSpPr/>
          <p:nvPr/>
        </p:nvSpPr>
        <p:spPr>
          <a:xfrm>
            <a:off x="13943896" y="3451319"/>
            <a:ext cx="424180" cy="0"/>
          </a:xfrm>
          <a:custGeom>
            <a:avLst/>
            <a:gdLst/>
            <a:ahLst/>
            <a:cxnLst/>
            <a:rect l="l" t="t" r="r" b="b"/>
            <a:pathLst>
              <a:path w="424180">
                <a:moveTo>
                  <a:pt x="423703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3" name="object 393"/>
          <p:cNvSpPr/>
          <p:nvPr/>
        </p:nvSpPr>
        <p:spPr>
          <a:xfrm>
            <a:off x="14091220" y="3307723"/>
            <a:ext cx="114935" cy="287655"/>
          </a:xfrm>
          <a:custGeom>
            <a:avLst/>
            <a:gdLst/>
            <a:ahLst/>
            <a:cxnLst/>
            <a:rect l="l" t="t" r="r" b="b"/>
            <a:pathLst>
              <a:path w="114934" h="287654">
                <a:moveTo>
                  <a:pt x="114452" y="0"/>
                </a:moveTo>
                <a:lnTo>
                  <a:pt x="0" y="0"/>
                </a:lnTo>
                <a:lnTo>
                  <a:pt x="0" y="287204"/>
                </a:lnTo>
                <a:lnTo>
                  <a:pt x="114452" y="287204"/>
                </a:lnTo>
                <a:lnTo>
                  <a:pt x="114452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4" name="object 394"/>
          <p:cNvSpPr/>
          <p:nvPr/>
        </p:nvSpPr>
        <p:spPr>
          <a:xfrm>
            <a:off x="14091220" y="3307723"/>
            <a:ext cx="114935" cy="287655"/>
          </a:xfrm>
          <a:custGeom>
            <a:avLst/>
            <a:gdLst/>
            <a:ahLst/>
            <a:cxnLst/>
            <a:rect l="l" t="t" r="r" b="b"/>
            <a:pathLst>
              <a:path w="114934" h="287654">
                <a:moveTo>
                  <a:pt x="114452" y="287204"/>
                </a:moveTo>
                <a:lnTo>
                  <a:pt x="0" y="287204"/>
                </a:lnTo>
                <a:lnTo>
                  <a:pt x="0" y="0"/>
                </a:lnTo>
                <a:lnTo>
                  <a:pt x="114452" y="0"/>
                </a:lnTo>
                <a:lnTo>
                  <a:pt x="114452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5" name="object 395"/>
          <p:cNvSpPr/>
          <p:nvPr/>
        </p:nvSpPr>
        <p:spPr>
          <a:xfrm>
            <a:off x="14132236" y="330772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6" name="object 396"/>
          <p:cNvSpPr/>
          <p:nvPr/>
        </p:nvSpPr>
        <p:spPr>
          <a:xfrm>
            <a:off x="13949439" y="3307754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7" name="object 397"/>
          <p:cNvSpPr/>
          <p:nvPr/>
        </p:nvSpPr>
        <p:spPr>
          <a:xfrm>
            <a:off x="14373642" y="330774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8" name="object 398"/>
          <p:cNvSpPr/>
          <p:nvPr/>
        </p:nvSpPr>
        <p:spPr>
          <a:xfrm>
            <a:off x="11498182" y="5803620"/>
            <a:ext cx="667385" cy="0"/>
          </a:xfrm>
          <a:custGeom>
            <a:avLst/>
            <a:gdLst/>
            <a:ahLst/>
            <a:cxnLst/>
            <a:rect l="l" t="t" r="r" b="b"/>
            <a:pathLst>
              <a:path w="667384">
                <a:moveTo>
                  <a:pt x="667076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9" name="object 399"/>
          <p:cNvSpPr/>
          <p:nvPr/>
        </p:nvSpPr>
        <p:spPr>
          <a:xfrm>
            <a:off x="11716287" y="5655177"/>
            <a:ext cx="164563" cy="287655"/>
          </a:xfrm>
          <a:custGeom>
            <a:avLst/>
            <a:gdLst/>
            <a:ahLst/>
            <a:cxnLst/>
            <a:rect l="l" t="t" r="r" b="b"/>
            <a:pathLst>
              <a:path w="181609" h="287654">
                <a:moveTo>
                  <a:pt x="181151" y="0"/>
                </a:moveTo>
                <a:lnTo>
                  <a:pt x="0" y="0"/>
                </a:lnTo>
                <a:lnTo>
                  <a:pt x="0" y="287204"/>
                </a:lnTo>
                <a:lnTo>
                  <a:pt x="181151" y="287204"/>
                </a:lnTo>
                <a:lnTo>
                  <a:pt x="181151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0" name="object 400"/>
          <p:cNvSpPr/>
          <p:nvPr/>
        </p:nvSpPr>
        <p:spPr>
          <a:xfrm>
            <a:off x="11716287" y="5655177"/>
            <a:ext cx="164563" cy="287655"/>
          </a:xfrm>
          <a:custGeom>
            <a:avLst/>
            <a:gdLst/>
            <a:ahLst/>
            <a:cxnLst/>
            <a:rect l="l" t="t" r="r" b="b"/>
            <a:pathLst>
              <a:path w="181609" h="287654">
                <a:moveTo>
                  <a:pt x="181151" y="287204"/>
                </a:moveTo>
                <a:lnTo>
                  <a:pt x="0" y="287204"/>
                </a:lnTo>
                <a:lnTo>
                  <a:pt x="0" y="0"/>
                </a:lnTo>
                <a:lnTo>
                  <a:pt x="181151" y="0"/>
                </a:lnTo>
                <a:lnTo>
                  <a:pt x="181151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1" name="object 401"/>
          <p:cNvSpPr/>
          <p:nvPr/>
        </p:nvSpPr>
        <p:spPr>
          <a:xfrm>
            <a:off x="11767162" y="566001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object 402"/>
          <p:cNvSpPr/>
          <p:nvPr/>
        </p:nvSpPr>
        <p:spPr>
          <a:xfrm>
            <a:off x="11502958" y="565517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3" name="object 403"/>
          <p:cNvSpPr/>
          <p:nvPr/>
        </p:nvSpPr>
        <p:spPr>
          <a:xfrm>
            <a:off x="12160993" y="565517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object 404"/>
          <p:cNvSpPr/>
          <p:nvPr/>
        </p:nvSpPr>
        <p:spPr>
          <a:xfrm>
            <a:off x="13860705" y="5803620"/>
            <a:ext cx="547370" cy="0"/>
          </a:xfrm>
          <a:custGeom>
            <a:avLst/>
            <a:gdLst/>
            <a:ahLst/>
            <a:cxnLst/>
            <a:rect l="l" t="t" r="r" b="b"/>
            <a:pathLst>
              <a:path w="547369">
                <a:moveTo>
                  <a:pt x="547133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object 405"/>
          <p:cNvSpPr/>
          <p:nvPr/>
        </p:nvSpPr>
        <p:spPr>
          <a:xfrm>
            <a:off x="14064967" y="5655177"/>
            <a:ext cx="141605" cy="287655"/>
          </a:xfrm>
          <a:custGeom>
            <a:avLst/>
            <a:gdLst/>
            <a:ahLst/>
            <a:cxnLst/>
            <a:rect l="l" t="t" r="r" b="b"/>
            <a:pathLst>
              <a:path w="141605" h="287654">
                <a:moveTo>
                  <a:pt x="141038" y="0"/>
                </a:moveTo>
                <a:lnTo>
                  <a:pt x="0" y="0"/>
                </a:lnTo>
                <a:lnTo>
                  <a:pt x="0" y="287204"/>
                </a:lnTo>
                <a:lnTo>
                  <a:pt x="141038" y="287204"/>
                </a:lnTo>
                <a:lnTo>
                  <a:pt x="141038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6" name="object 406"/>
          <p:cNvSpPr/>
          <p:nvPr/>
        </p:nvSpPr>
        <p:spPr>
          <a:xfrm>
            <a:off x="14064967" y="5655177"/>
            <a:ext cx="141605" cy="287655"/>
          </a:xfrm>
          <a:custGeom>
            <a:avLst/>
            <a:gdLst/>
            <a:ahLst/>
            <a:cxnLst/>
            <a:rect l="l" t="t" r="r" b="b"/>
            <a:pathLst>
              <a:path w="141605" h="287654">
                <a:moveTo>
                  <a:pt x="141038" y="287204"/>
                </a:moveTo>
                <a:lnTo>
                  <a:pt x="0" y="287204"/>
                </a:lnTo>
                <a:lnTo>
                  <a:pt x="0" y="0"/>
                </a:lnTo>
                <a:lnTo>
                  <a:pt x="141038" y="0"/>
                </a:lnTo>
                <a:lnTo>
                  <a:pt x="141038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object 407"/>
          <p:cNvSpPr/>
          <p:nvPr/>
        </p:nvSpPr>
        <p:spPr>
          <a:xfrm>
            <a:off x="14126523" y="566001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object 408"/>
          <p:cNvSpPr/>
          <p:nvPr/>
        </p:nvSpPr>
        <p:spPr>
          <a:xfrm>
            <a:off x="13865303" y="565517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9" name="object 409"/>
          <p:cNvSpPr/>
          <p:nvPr/>
        </p:nvSpPr>
        <p:spPr>
          <a:xfrm>
            <a:off x="14404868" y="565517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0" name="object 410"/>
          <p:cNvSpPr/>
          <p:nvPr/>
        </p:nvSpPr>
        <p:spPr>
          <a:xfrm>
            <a:off x="11647511" y="9164659"/>
            <a:ext cx="215265" cy="0"/>
          </a:xfrm>
          <a:custGeom>
            <a:avLst/>
            <a:gdLst/>
            <a:ahLst/>
            <a:cxnLst/>
            <a:rect l="l" t="t" r="r" b="b"/>
            <a:pathLst>
              <a:path w="215265">
                <a:moveTo>
                  <a:pt x="214658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1" name="object 411"/>
          <p:cNvSpPr/>
          <p:nvPr/>
        </p:nvSpPr>
        <p:spPr>
          <a:xfrm>
            <a:off x="11721404" y="9018961"/>
            <a:ext cx="80010" cy="287655"/>
          </a:xfrm>
          <a:custGeom>
            <a:avLst/>
            <a:gdLst/>
            <a:ahLst/>
            <a:cxnLst/>
            <a:rect l="l" t="t" r="r" b="b"/>
            <a:pathLst>
              <a:path w="80009" h="287654">
                <a:moveTo>
                  <a:pt x="80013" y="0"/>
                </a:moveTo>
                <a:lnTo>
                  <a:pt x="0" y="0"/>
                </a:lnTo>
                <a:lnTo>
                  <a:pt x="0" y="287204"/>
                </a:lnTo>
                <a:lnTo>
                  <a:pt x="80013" y="287204"/>
                </a:lnTo>
                <a:lnTo>
                  <a:pt x="80013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2" name="object 412"/>
          <p:cNvSpPr/>
          <p:nvPr/>
        </p:nvSpPr>
        <p:spPr>
          <a:xfrm>
            <a:off x="11721404" y="9018961"/>
            <a:ext cx="80010" cy="287655"/>
          </a:xfrm>
          <a:custGeom>
            <a:avLst/>
            <a:gdLst/>
            <a:ahLst/>
            <a:cxnLst/>
            <a:rect l="l" t="t" r="r" b="b"/>
            <a:pathLst>
              <a:path w="80009" h="287654">
                <a:moveTo>
                  <a:pt x="80013" y="287204"/>
                </a:moveTo>
                <a:lnTo>
                  <a:pt x="0" y="287204"/>
                </a:lnTo>
                <a:lnTo>
                  <a:pt x="0" y="0"/>
                </a:lnTo>
                <a:lnTo>
                  <a:pt x="80013" y="0"/>
                </a:lnTo>
                <a:lnTo>
                  <a:pt x="80013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object 413"/>
          <p:cNvSpPr/>
          <p:nvPr/>
        </p:nvSpPr>
        <p:spPr>
          <a:xfrm>
            <a:off x="11744644" y="9021054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506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4" name="object 414"/>
          <p:cNvSpPr/>
          <p:nvPr/>
        </p:nvSpPr>
        <p:spPr>
          <a:xfrm>
            <a:off x="11654431" y="901895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5" name="object 415"/>
          <p:cNvSpPr/>
          <p:nvPr/>
        </p:nvSpPr>
        <p:spPr>
          <a:xfrm>
            <a:off x="11867847" y="901895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object 416"/>
          <p:cNvSpPr/>
          <p:nvPr/>
        </p:nvSpPr>
        <p:spPr>
          <a:xfrm>
            <a:off x="14015377" y="8154507"/>
            <a:ext cx="219710" cy="0"/>
          </a:xfrm>
          <a:custGeom>
            <a:avLst/>
            <a:gdLst/>
            <a:ahLst/>
            <a:cxnLst/>
            <a:rect l="l" t="t" r="r" b="b"/>
            <a:pathLst>
              <a:path w="219709">
                <a:moveTo>
                  <a:pt x="219248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object 417"/>
          <p:cNvSpPr/>
          <p:nvPr/>
        </p:nvSpPr>
        <p:spPr>
          <a:xfrm>
            <a:off x="14104229" y="8008812"/>
            <a:ext cx="70485" cy="287655"/>
          </a:xfrm>
          <a:custGeom>
            <a:avLst/>
            <a:gdLst/>
            <a:ahLst/>
            <a:cxnLst/>
            <a:rect l="l" t="t" r="r" b="b"/>
            <a:pathLst>
              <a:path w="70484" h="287654">
                <a:moveTo>
                  <a:pt x="70387" y="0"/>
                </a:moveTo>
                <a:lnTo>
                  <a:pt x="0" y="0"/>
                </a:lnTo>
                <a:lnTo>
                  <a:pt x="0" y="287204"/>
                </a:lnTo>
                <a:lnTo>
                  <a:pt x="70387" y="287204"/>
                </a:lnTo>
                <a:lnTo>
                  <a:pt x="70387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object 418"/>
          <p:cNvSpPr/>
          <p:nvPr/>
        </p:nvSpPr>
        <p:spPr>
          <a:xfrm>
            <a:off x="14104229" y="8008812"/>
            <a:ext cx="70485" cy="287655"/>
          </a:xfrm>
          <a:custGeom>
            <a:avLst/>
            <a:gdLst/>
            <a:ahLst/>
            <a:cxnLst/>
            <a:rect l="l" t="t" r="r" b="b"/>
            <a:pathLst>
              <a:path w="70484" h="287654">
                <a:moveTo>
                  <a:pt x="70387" y="287204"/>
                </a:moveTo>
                <a:lnTo>
                  <a:pt x="0" y="287204"/>
                </a:lnTo>
                <a:lnTo>
                  <a:pt x="0" y="0"/>
                </a:lnTo>
                <a:lnTo>
                  <a:pt x="70387" y="0"/>
                </a:lnTo>
                <a:lnTo>
                  <a:pt x="70387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9" name="object 419"/>
          <p:cNvSpPr/>
          <p:nvPr/>
        </p:nvSpPr>
        <p:spPr>
          <a:xfrm>
            <a:off x="14125883" y="8010903"/>
            <a:ext cx="15240" cy="287655"/>
          </a:xfrm>
          <a:custGeom>
            <a:avLst/>
            <a:gdLst/>
            <a:ahLst/>
            <a:cxnLst/>
            <a:rect l="l" t="t" r="r" b="b"/>
            <a:pathLst>
              <a:path w="15240" h="287654">
                <a:moveTo>
                  <a:pt x="0" y="287204"/>
                </a:moveTo>
                <a:lnTo>
                  <a:pt x="15198" y="287204"/>
                </a:lnTo>
                <a:lnTo>
                  <a:pt x="15198" y="0"/>
                </a:lnTo>
                <a:lnTo>
                  <a:pt x="0" y="0"/>
                </a:lnTo>
                <a:lnTo>
                  <a:pt x="0" y="2872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0" name="object 420"/>
          <p:cNvSpPr/>
          <p:nvPr/>
        </p:nvSpPr>
        <p:spPr>
          <a:xfrm>
            <a:off x="14010785" y="800880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1" name="object 421"/>
          <p:cNvSpPr/>
          <p:nvPr/>
        </p:nvSpPr>
        <p:spPr>
          <a:xfrm>
            <a:off x="14240659" y="800880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2" name="object 422"/>
          <p:cNvSpPr/>
          <p:nvPr/>
        </p:nvSpPr>
        <p:spPr>
          <a:xfrm flipV="1">
            <a:off x="11347450" y="4100830"/>
            <a:ext cx="771112" cy="45719"/>
          </a:xfrm>
          <a:custGeom>
            <a:avLst/>
            <a:gdLst/>
            <a:ahLst/>
            <a:cxnLst/>
            <a:rect l="l" t="t" r="r" b="b"/>
            <a:pathLst>
              <a:path w="902334">
                <a:moveTo>
                  <a:pt x="902293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3" name="object 423"/>
          <p:cNvSpPr/>
          <p:nvPr/>
        </p:nvSpPr>
        <p:spPr>
          <a:xfrm>
            <a:off x="11347450" y="3986332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4" name="object 424"/>
          <p:cNvSpPr/>
          <p:nvPr/>
        </p:nvSpPr>
        <p:spPr>
          <a:xfrm>
            <a:off x="11652250" y="3986332"/>
            <a:ext cx="234950" cy="279132"/>
          </a:xfrm>
          <a:custGeom>
            <a:avLst/>
            <a:gdLst/>
            <a:ahLst/>
            <a:cxnLst/>
            <a:rect l="l" t="t" r="r" b="b"/>
            <a:pathLst>
              <a:path w="234950" h="287654">
                <a:moveTo>
                  <a:pt x="234547" y="0"/>
                </a:moveTo>
                <a:lnTo>
                  <a:pt x="0" y="0"/>
                </a:lnTo>
                <a:lnTo>
                  <a:pt x="0" y="287204"/>
                </a:lnTo>
                <a:lnTo>
                  <a:pt x="234547" y="287204"/>
                </a:lnTo>
                <a:lnTo>
                  <a:pt x="234547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5" name="object 425"/>
          <p:cNvSpPr/>
          <p:nvPr/>
        </p:nvSpPr>
        <p:spPr>
          <a:xfrm>
            <a:off x="11652250" y="3986332"/>
            <a:ext cx="228600" cy="279132"/>
          </a:xfrm>
          <a:custGeom>
            <a:avLst/>
            <a:gdLst/>
            <a:ahLst/>
            <a:cxnLst/>
            <a:rect l="l" t="t" r="r" b="b"/>
            <a:pathLst>
              <a:path w="234950" h="287654">
                <a:moveTo>
                  <a:pt x="234547" y="287204"/>
                </a:moveTo>
                <a:lnTo>
                  <a:pt x="0" y="287204"/>
                </a:lnTo>
                <a:lnTo>
                  <a:pt x="0" y="0"/>
                </a:lnTo>
                <a:lnTo>
                  <a:pt x="234547" y="0"/>
                </a:lnTo>
                <a:lnTo>
                  <a:pt x="234547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6" name="object 426"/>
          <p:cNvSpPr/>
          <p:nvPr/>
        </p:nvSpPr>
        <p:spPr>
          <a:xfrm>
            <a:off x="11739467" y="3977812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7" name="object 427"/>
          <p:cNvSpPr/>
          <p:nvPr/>
        </p:nvSpPr>
        <p:spPr>
          <a:xfrm>
            <a:off x="12119193" y="397782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8" name="object 428"/>
          <p:cNvSpPr/>
          <p:nvPr/>
        </p:nvSpPr>
        <p:spPr>
          <a:xfrm>
            <a:off x="13947884" y="3783113"/>
            <a:ext cx="384175" cy="0"/>
          </a:xfrm>
          <a:custGeom>
            <a:avLst/>
            <a:gdLst/>
            <a:ahLst/>
            <a:cxnLst/>
            <a:rect l="l" t="t" r="r" b="b"/>
            <a:pathLst>
              <a:path w="384175">
                <a:moveTo>
                  <a:pt x="384046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9" name="object 429"/>
          <p:cNvSpPr/>
          <p:nvPr/>
        </p:nvSpPr>
        <p:spPr>
          <a:xfrm>
            <a:off x="13947694" y="363952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0" name="object 430"/>
          <p:cNvSpPr/>
          <p:nvPr/>
        </p:nvSpPr>
        <p:spPr>
          <a:xfrm>
            <a:off x="14088818" y="3639508"/>
            <a:ext cx="107314" cy="287655"/>
          </a:xfrm>
          <a:custGeom>
            <a:avLst/>
            <a:gdLst/>
            <a:ahLst/>
            <a:cxnLst/>
            <a:rect l="l" t="t" r="r" b="b"/>
            <a:pathLst>
              <a:path w="107315" h="287654">
                <a:moveTo>
                  <a:pt x="106873" y="0"/>
                </a:moveTo>
                <a:lnTo>
                  <a:pt x="0" y="0"/>
                </a:lnTo>
                <a:lnTo>
                  <a:pt x="0" y="287204"/>
                </a:lnTo>
                <a:lnTo>
                  <a:pt x="106873" y="287204"/>
                </a:lnTo>
                <a:lnTo>
                  <a:pt x="106873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1" name="object 431"/>
          <p:cNvSpPr/>
          <p:nvPr/>
        </p:nvSpPr>
        <p:spPr>
          <a:xfrm>
            <a:off x="14088818" y="3639508"/>
            <a:ext cx="107314" cy="287655"/>
          </a:xfrm>
          <a:custGeom>
            <a:avLst/>
            <a:gdLst/>
            <a:ahLst/>
            <a:cxnLst/>
            <a:rect l="l" t="t" r="r" b="b"/>
            <a:pathLst>
              <a:path w="107315" h="287654">
                <a:moveTo>
                  <a:pt x="106873" y="287204"/>
                </a:moveTo>
                <a:lnTo>
                  <a:pt x="0" y="287204"/>
                </a:lnTo>
                <a:lnTo>
                  <a:pt x="0" y="0"/>
                </a:lnTo>
                <a:lnTo>
                  <a:pt x="106873" y="0"/>
                </a:lnTo>
                <a:lnTo>
                  <a:pt x="106873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2" name="object 432"/>
          <p:cNvSpPr/>
          <p:nvPr/>
        </p:nvSpPr>
        <p:spPr>
          <a:xfrm>
            <a:off x="14134700" y="363951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3" name="object 433"/>
          <p:cNvSpPr/>
          <p:nvPr/>
        </p:nvSpPr>
        <p:spPr>
          <a:xfrm>
            <a:off x="14337705" y="3639522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4" name="object 434"/>
          <p:cNvSpPr/>
          <p:nvPr/>
        </p:nvSpPr>
        <p:spPr>
          <a:xfrm flipV="1">
            <a:off x="11525909" y="6423763"/>
            <a:ext cx="659741" cy="45719"/>
          </a:xfrm>
          <a:custGeom>
            <a:avLst/>
            <a:gdLst/>
            <a:ahLst/>
            <a:cxnLst/>
            <a:rect l="l" t="t" r="r" b="b"/>
            <a:pathLst>
              <a:path w="738504">
                <a:moveTo>
                  <a:pt x="738386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5" name="object 435"/>
          <p:cNvSpPr/>
          <p:nvPr/>
        </p:nvSpPr>
        <p:spPr>
          <a:xfrm>
            <a:off x="11531051" y="632587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6" name="object 436"/>
          <p:cNvSpPr/>
          <p:nvPr/>
        </p:nvSpPr>
        <p:spPr>
          <a:xfrm>
            <a:off x="12185650" y="632969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7" name="object 437"/>
          <p:cNvSpPr/>
          <p:nvPr/>
        </p:nvSpPr>
        <p:spPr>
          <a:xfrm>
            <a:off x="13959493" y="6134129"/>
            <a:ext cx="342900" cy="0"/>
          </a:xfrm>
          <a:custGeom>
            <a:avLst/>
            <a:gdLst/>
            <a:ahLst/>
            <a:cxnLst/>
            <a:rect l="l" t="t" r="r" b="b"/>
            <a:pathLst>
              <a:path w="342900">
                <a:moveTo>
                  <a:pt x="342474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8" name="object 438"/>
          <p:cNvSpPr/>
          <p:nvPr/>
        </p:nvSpPr>
        <p:spPr>
          <a:xfrm>
            <a:off x="14080571" y="5990529"/>
            <a:ext cx="97155" cy="287655"/>
          </a:xfrm>
          <a:custGeom>
            <a:avLst/>
            <a:gdLst/>
            <a:ahLst/>
            <a:cxnLst/>
            <a:rect l="l" t="t" r="r" b="b"/>
            <a:pathLst>
              <a:path w="97155" h="287654">
                <a:moveTo>
                  <a:pt x="96862" y="0"/>
                </a:moveTo>
                <a:lnTo>
                  <a:pt x="0" y="0"/>
                </a:lnTo>
                <a:lnTo>
                  <a:pt x="0" y="287204"/>
                </a:lnTo>
                <a:lnTo>
                  <a:pt x="96862" y="287204"/>
                </a:lnTo>
                <a:lnTo>
                  <a:pt x="96862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9" name="object 439"/>
          <p:cNvSpPr/>
          <p:nvPr/>
        </p:nvSpPr>
        <p:spPr>
          <a:xfrm>
            <a:off x="14080571" y="5990529"/>
            <a:ext cx="97155" cy="287655"/>
          </a:xfrm>
          <a:custGeom>
            <a:avLst/>
            <a:gdLst/>
            <a:ahLst/>
            <a:cxnLst/>
            <a:rect l="l" t="t" r="r" b="b"/>
            <a:pathLst>
              <a:path w="97155" h="287654">
                <a:moveTo>
                  <a:pt x="96862" y="287204"/>
                </a:moveTo>
                <a:lnTo>
                  <a:pt x="0" y="287204"/>
                </a:lnTo>
                <a:lnTo>
                  <a:pt x="0" y="0"/>
                </a:lnTo>
                <a:lnTo>
                  <a:pt x="96862" y="0"/>
                </a:lnTo>
                <a:lnTo>
                  <a:pt x="96862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0" name="object 440"/>
          <p:cNvSpPr/>
          <p:nvPr/>
        </p:nvSpPr>
        <p:spPr>
          <a:xfrm>
            <a:off x="14128392" y="599363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1" name="object 441"/>
          <p:cNvSpPr/>
          <p:nvPr/>
        </p:nvSpPr>
        <p:spPr>
          <a:xfrm>
            <a:off x="13963693" y="5990524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2" name="object 442"/>
          <p:cNvSpPr/>
          <p:nvPr/>
        </p:nvSpPr>
        <p:spPr>
          <a:xfrm>
            <a:off x="14309049" y="5990524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3" name="object 443"/>
          <p:cNvSpPr/>
          <p:nvPr/>
        </p:nvSpPr>
        <p:spPr>
          <a:xfrm>
            <a:off x="11650726" y="8152677"/>
            <a:ext cx="127000" cy="0"/>
          </a:xfrm>
          <a:custGeom>
            <a:avLst/>
            <a:gdLst/>
            <a:ahLst/>
            <a:cxnLst/>
            <a:rect l="l" t="t" r="r" b="b"/>
            <a:pathLst>
              <a:path w="127000">
                <a:moveTo>
                  <a:pt x="126509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4" name="object 444"/>
          <p:cNvSpPr/>
          <p:nvPr/>
        </p:nvSpPr>
        <p:spPr>
          <a:xfrm>
            <a:off x="11701930" y="8009075"/>
            <a:ext cx="53340" cy="287655"/>
          </a:xfrm>
          <a:custGeom>
            <a:avLst/>
            <a:gdLst/>
            <a:ahLst/>
            <a:cxnLst/>
            <a:rect l="l" t="t" r="r" b="b"/>
            <a:pathLst>
              <a:path w="53340" h="287654">
                <a:moveTo>
                  <a:pt x="52717" y="0"/>
                </a:moveTo>
                <a:lnTo>
                  <a:pt x="0" y="0"/>
                </a:lnTo>
                <a:lnTo>
                  <a:pt x="0" y="287204"/>
                </a:lnTo>
                <a:lnTo>
                  <a:pt x="52717" y="287204"/>
                </a:lnTo>
                <a:lnTo>
                  <a:pt x="52717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5" name="object 445"/>
          <p:cNvSpPr/>
          <p:nvPr/>
        </p:nvSpPr>
        <p:spPr>
          <a:xfrm>
            <a:off x="11701930" y="8009075"/>
            <a:ext cx="53340" cy="287655"/>
          </a:xfrm>
          <a:custGeom>
            <a:avLst/>
            <a:gdLst/>
            <a:ahLst/>
            <a:cxnLst/>
            <a:rect l="l" t="t" r="r" b="b"/>
            <a:pathLst>
              <a:path w="53340" h="287654">
                <a:moveTo>
                  <a:pt x="52717" y="287204"/>
                </a:moveTo>
                <a:lnTo>
                  <a:pt x="0" y="287204"/>
                </a:lnTo>
                <a:lnTo>
                  <a:pt x="0" y="0"/>
                </a:lnTo>
                <a:lnTo>
                  <a:pt x="52717" y="0"/>
                </a:lnTo>
                <a:lnTo>
                  <a:pt x="52717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6" name="object 446"/>
          <p:cNvSpPr/>
          <p:nvPr/>
        </p:nvSpPr>
        <p:spPr>
          <a:xfrm>
            <a:off x="11718523" y="800880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506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7" name="object 447"/>
          <p:cNvSpPr/>
          <p:nvPr/>
        </p:nvSpPr>
        <p:spPr>
          <a:xfrm>
            <a:off x="11655640" y="8009073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8" name="object 448"/>
          <p:cNvSpPr/>
          <p:nvPr/>
        </p:nvSpPr>
        <p:spPr>
          <a:xfrm>
            <a:off x="11786159" y="8009073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9" name="object 449"/>
          <p:cNvSpPr/>
          <p:nvPr/>
        </p:nvSpPr>
        <p:spPr>
          <a:xfrm>
            <a:off x="14032730" y="8485882"/>
            <a:ext cx="221615" cy="0"/>
          </a:xfrm>
          <a:custGeom>
            <a:avLst/>
            <a:gdLst/>
            <a:ahLst/>
            <a:cxnLst/>
            <a:rect l="l" t="t" r="r" b="b"/>
            <a:pathLst>
              <a:path w="221615">
                <a:moveTo>
                  <a:pt x="221224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0" name="object 450"/>
          <p:cNvSpPr/>
          <p:nvPr/>
        </p:nvSpPr>
        <p:spPr>
          <a:xfrm>
            <a:off x="14102790" y="8342279"/>
            <a:ext cx="66675" cy="287655"/>
          </a:xfrm>
          <a:custGeom>
            <a:avLst/>
            <a:gdLst/>
            <a:ahLst/>
            <a:cxnLst/>
            <a:rect l="l" t="t" r="r" b="b"/>
            <a:pathLst>
              <a:path w="66675" h="287654">
                <a:moveTo>
                  <a:pt x="66365" y="0"/>
                </a:moveTo>
                <a:lnTo>
                  <a:pt x="0" y="0"/>
                </a:lnTo>
                <a:lnTo>
                  <a:pt x="0" y="287204"/>
                </a:lnTo>
                <a:lnTo>
                  <a:pt x="66365" y="287204"/>
                </a:lnTo>
                <a:lnTo>
                  <a:pt x="66365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1" name="object 451"/>
          <p:cNvSpPr/>
          <p:nvPr/>
        </p:nvSpPr>
        <p:spPr>
          <a:xfrm>
            <a:off x="14102790" y="8342279"/>
            <a:ext cx="66675" cy="287655"/>
          </a:xfrm>
          <a:custGeom>
            <a:avLst/>
            <a:gdLst/>
            <a:ahLst/>
            <a:cxnLst/>
            <a:rect l="l" t="t" r="r" b="b"/>
            <a:pathLst>
              <a:path w="66675" h="287654">
                <a:moveTo>
                  <a:pt x="66365" y="287204"/>
                </a:moveTo>
                <a:lnTo>
                  <a:pt x="0" y="287204"/>
                </a:lnTo>
                <a:lnTo>
                  <a:pt x="0" y="0"/>
                </a:lnTo>
                <a:lnTo>
                  <a:pt x="66365" y="0"/>
                </a:lnTo>
                <a:lnTo>
                  <a:pt x="66365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2" name="object 452"/>
          <p:cNvSpPr/>
          <p:nvPr/>
        </p:nvSpPr>
        <p:spPr>
          <a:xfrm>
            <a:off x="14130448" y="8342009"/>
            <a:ext cx="15240" cy="287655"/>
          </a:xfrm>
          <a:custGeom>
            <a:avLst/>
            <a:gdLst/>
            <a:ahLst/>
            <a:cxnLst/>
            <a:rect l="l" t="t" r="r" b="b"/>
            <a:pathLst>
              <a:path w="15240" h="287654">
                <a:moveTo>
                  <a:pt x="0" y="287204"/>
                </a:moveTo>
                <a:lnTo>
                  <a:pt x="15198" y="287204"/>
                </a:lnTo>
                <a:lnTo>
                  <a:pt x="15198" y="0"/>
                </a:lnTo>
                <a:lnTo>
                  <a:pt x="0" y="0"/>
                </a:lnTo>
                <a:lnTo>
                  <a:pt x="0" y="2872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3" name="object 453"/>
          <p:cNvSpPr/>
          <p:nvPr/>
        </p:nvSpPr>
        <p:spPr>
          <a:xfrm>
            <a:off x="14029784" y="834227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4" name="object 454"/>
          <p:cNvSpPr/>
          <p:nvPr/>
        </p:nvSpPr>
        <p:spPr>
          <a:xfrm>
            <a:off x="14252213" y="834227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5" name="object 455"/>
          <p:cNvSpPr/>
          <p:nvPr/>
        </p:nvSpPr>
        <p:spPr>
          <a:xfrm>
            <a:off x="11603048" y="4455710"/>
            <a:ext cx="864235" cy="0"/>
          </a:xfrm>
          <a:custGeom>
            <a:avLst/>
            <a:gdLst/>
            <a:ahLst/>
            <a:cxnLst/>
            <a:rect l="l" t="t" r="r" b="b"/>
            <a:pathLst>
              <a:path w="864234">
                <a:moveTo>
                  <a:pt x="863619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6" name="object 456"/>
          <p:cNvSpPr/>
          <p:nvPr/>
        </p:nvSpPr>
        <p:spPr>
          <a:xfrm>
            <a:off x="11594767" y="431211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7" name="object 457"/>
          <p:cNvSpPr/>
          <p:nvPr/>
        </p:nvSpPr>
        <p:spPr>
          <a:xfrm>
            <a:off x="12470070" y="4312143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8" name="object 458"/>
          <p:cNvSpPr/>
          <p:nvPr/>
        </p:nvSpPr>
        <p:spPr>
          <a:xfrm>
            <a:off x="13930279" y="4121409"/>
            <a:ext cx="455930" cy="0"/>
          </a:xfrm>
          <a:custGeom>
            <a:avLst/>
            <a:gdLst/>
            <a:ahLst/>
            <a:cxnLst/>
            <a:rect l="l" t="t" r="r" b="b"/>
            <a:pathLst>
              <a:path w="455930">
                <a:moveTo>
                  <a:pt x="455579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9" name="object 459"/>
          <p:cNvSpPr/>
          <p:nvPr/>
        </p:nvSpPr>
        <p:spPr>
          <a:xfrm>
            <a:off x="14078545" y="3977809"/>
            <a:ext cx="133350" cy="287655"/>
          </a:xfrm>
          <a:custGeom>
            <a:avLst/>
            <a:gdLst/>
            <a:ahLst/>
            <a:cxnLst/>
            <a:rect l="l" t="t" r="r" b="b"/>
            <a:pathLst>
              <a:path w="133350" h="287654">
                <a:moveTo>
                  <a:pt x="133196" y="0"/>
                </a:moveTo>
                <a:lnTo>
                  <a:pt x="0" y="0"/>
                </a:lnTo>
                <a:lnTo>
                  <a:pt x="0" y="287204"/>
                </a:lnTo>
                <a:lnTo>
                  <a:pt x="133196" y="287204"/>
                </a:lnTo>
                <a:lnTo>
                  <a:pt x="133196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0" name="object 460"/>
          <p:cNvSpPr/>
          <p:nvPr/>
        </p:nvSpPr>
        <p:spPr>
          <a:xfrm>
            <a:off x="14078545" y="3977809"/>
            <a:ext cx="133350" cy="287655"/>
          </a:xfrm>
          <a:custGeom>
            <a:avLst/>
            <a:gdLst/>
            <a:ahLst/>
            <a:cxnLst/>
            <a:rect l="l" t="t" r="r" b="b"/>
            <a:pathLst>
              <a:path w="133350" h="287654">
                <a:moveTo>
                  <a:pt x="133196" y="287204"/>
                </a:moveTo>
                <a:lnTo>
                  <a:pt x="0" y="287204"/>
                </a:lnTo>
                <a:lnTo>
                  <a:pt x="0" y="0"/>
                </a:lnTo>
                <a:lnTo>
                  <a:pt x="133196" y="0"/>
                </a:lnTo>
                <a:lnTo>
                  <a:pt x="133196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1" name="object 461"/>
          <p:cNvSpPr/>
          <p:nvPr/>
        </p:nvSpPr>
        <p:spPr>
          <a:xfrm>
            <a:off x="14132837" y="397782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2" name="object 462"/>
          <p:cNvSpPr/>
          <p:nvPr/>
        </p:nvSpPr>
        <p:spPr>
          <a:xfrm>
            <a:off x="13926421" y="397781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3" name="object 463"/>
          <p:cNvSpPr/>
          <p:nvPr/>
        </p:nvSpPr>
        <p:spPr>
          <a:xfrm>
            <a:off x="14392640" y="3977842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4" name="object 464"/>
          <p:cNvSpPr/>
          <p:nvPr/>
        </p:nvSpPr>
        <p:spPr>
          <a:xfrm flipV="1">
            <a:off x="11576051" y="6767831"/>
            <a:ext cx="609600" cy="45719"/>
          </a:xfrm>
          <a:custGeom>
            <a:avLst/>
            <a:gdLst/>
            <a:ahLst/>
            <a:cxnLst/>
            <a:rect l="l" t="t" r="r" b="b"/>
            <a:pathLst>
              <a:path w="852804">
                <a:moveTo>
                  <a:pt x="852747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5" name="object 465"/>
          <p:cNvSpPr/>
          <p:nvPr/>
        </p:nvSpPr>
        <p:spPr>
          <a:xfrm>
            <a:off x="11576050" y="666329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6" name="object 466"/>
          <p:cNvSpPr/>
          <p:nvPr/>
        </p:nvSpPr>
        <p:spPr>
          <a:xfrm>
            <a:off x="12185650" y="666115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7" name="object 467"/>
          <p:cNvSpPr/>
          <p:nvPr/>
        </p:nvSpPr>
        <p:spPr>
          <a:xfrm>
            <a:off x="13966571" y="6469483"/>
            <a:ext cx="427355" cy="0"/>
          </a:xfrm>
          <a:custGeom>
            <a:avLst/>
            <a:gdLst/>
            <a:ahLst/>
            <a:cxnLst/>
            <a:rect l="l" t="t" r="r" b="b"/>
            <a:pathLst>
              <a:path w="427355">
                <a:moveTo>
                  <a:pt x="426814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8" name="object 468"/>
          <p:cNvSpPr/>
          <p:nvPr/>
        </p:nvSpPr>
        <p:spPr>
          <a:xfrm>
            <a:off x="14085222" y="6325881"/>
            <a:ext cx="128270" cy="287655"/>
          </a:xfrm>
          <a:custGeom>
            <a:avLst/>
            <a:gdLst/>
            <a:ahLst/>
            <a:cxnLst/>
            <a:rect l="l" t="t" r="r" b="b"/>
            <a:pathLst>
              <a:path w="128269" h="287654">
                <a:moveTo>
                  <a:pt x="127887" y="0"/>
                </a:moveTo>
                <a:lnTo>
                  <a:pt x="0" y="0"/>
                </a:lnTo>
                <a:lnTo>
                  <a:pt x="0" y="287204"/>
                </a:lnTo>
                <a:lnTo>
                  <a:pt x="127887" y="287204"/>
                </a:lnTo>
                <a:lnTo>
                  <a:pt x="127887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9" name="object 469"/>
          <p:cNvSpPr/>
          <p:nvPr/>
        </p:nvSpPr>
        <p:spPr>
          <a:xfrm>
            <a:off x="14085222" y="6325881"/>
            <a:ext cx="128270" cy="287655"/>
          </a:xfrm>
          <a:custGeom>
            <a:avLst/>
            <a:gdLst/>
            <a:ahLst/>
            <a:cxnLst/>
            <a:rect l="l" t="t" r="r" b="b"/>
            <a:pathLst>
              <a:path w="128269" h="287654">
                <a:moveTo>
                  <a:pt x="127887" y="287204"/>
                </a:moveTo>
                <a:lnTo>
                  <a:pt x="0" y="287204"/>
                </a:lnTo>
                <a:lnTo>
                  <a:pt x="0" y="0"/>
                </a:lnTo>
                <a:lnTo>
                  <a:pt x="127887" y="0"/>
                </a:lnTo>
                <a:lnTo>
                  <a:pt x="127887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0" name="object 470"/>
          <p:cNvSpPr/>
          <p:nvPr/>
        </p:nvSpPr>
        <p:spPr>
          <a:xfrm>
            <a:off x="14139904" y="632587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1" name="object 471"/>
          <p:cNvSpPr/>
          <p:nvPr/>
        </p:nvSpPr>
        <p:spPr>
          <a:xfrm>
            <a:off x="13963291" y="632587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2" name="object 472"/>
          <p:cNvSpPr/>
          <p:nvPr/>
        </p:nvSpPr>
        <p:spPr>
          <a:xfrm>
            <a:off x="14396439" y="632587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3" name="object 473"/>
          <p:cNvSpPr/>
          <p:nvPr/>
        </p:nvSpPr>
        <p:spPr>
          <a:xfrm>
            <a:off x="11599986" y="8821980"/>
            <a:ext cx="412750" cy="0"/>
          </a:xfrm>
          <a:custGeom>
            <a:avLst/>
            <a:gdLst/>
            <a:ahLst/>
            <a:cxnLst/>
            <a:rect l="l" t="t" r="r" b="b"/>
            <a:pathLst>
              <a:path w="412750">
                <a:moveTo>
                  <a:pt x="412244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4" name="object 474"/>
          <p:cNvSpPr/>
          <p:nvPr/>
        </p:nvSpPr>
        <p:spPr>
          <a:xfrm>
            <a:off x="11722143" y="8678381"/>
            <a:ext cx="120650" cy="287655"/>
          </a:xfrm>
          <a:custGeom>
            <a:avLst/>
            <a:gdLst/>
            <a:ahLst/>
            <a:cxnLst/>
            <a:rect l="l" t="t" r="r" b="b"/>
            <a:pathLst>
              <a:path w="120650" h="287654">
                <a:moveTo>
                  <a:pt x="120571" y="0"/>
                </a:moveTo>
                <a:lnTo>
                  <a:pt x="0" y="0"/>
                </a:lnTo>
                <a:lnTo>
                  <a:pt x="0" y="287204"/>
                </a:lnTo>
                <a:lnTo>
                  <a:pt x="120571" y="287204"/>
                </a:lnTo>
                <a:lnTo>
                  <a:pt x="120571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5" name="object 475"/>
          <p:cNvSpPr/>
          <p:nvPr/>
        </p:nvSpPr>
        <p:spPr>
          <a:xfrm>
            <a:off x="11722143" y="8678381"/>
            <a:ext cx="120650" cy="287655"/>
          </a:xfrm>
          <a:custGeom>
            <a:avLst/>
            <a:gdLst/>
            <a:ahLst/>
            <a:cxnLst/>
            <a:rect l="l" t="t" r="r" b="b"/>
            <a:pathLst>
              <a:path w="120650" h="287654">
                <a:moveTo>
                  <a:pt x="120571" y="287204"/>
                </a:moveTo>
                <a:lnTo>
                  <a:pt x="0" y="287204"/>
                </a:lnTo>
                <a:lnTo>
                  <a:pt x="0" y="0"/>
                </a:lnTo>
                <a:lnTo>
                  <a:pt x="120571" y="0"/>
                </a:lnTo>
                <a:lnTo>
                  <a:pt x="120571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6" name="object 476"/>
          <p:cNvSpPr/>
          <p:nvPr/>
        </p:nvSpPr>
        <p:spPr>
          <a:xfrm>
            <a:off x="11749059" y="867837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7" name="object 477"/>
          <p:cNvSpPr/>
          <p:nvPr/>
        </p:nvSpPr>
        <p:spPr>
          <a:xfrm>
            <a:off x="11608624" y="867837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8" name="object 478"/>
          <p:cNvSpPr/>
          <p:nvPr/>
        </p:nvSpPr>
        <p:spPr>
          <a:xfrm>
            <a:off x="12006299" y="867837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9" name="object 479"/>
          <p:cNvSpPr/>
          <p:nvPr/>
        </p:nvSpPr>
        <p:spPr>
          <a:xfrm>
            <a:off x="14025985" y="8821980"/>
            <a:ext cx="208279" cy="0"/>
          </a:xfrm>
          <a:custGeom>
            <a:avLst/>
            <a:gdLst/>
            <a:ahLst/>
            <a:cxnLst/>
            <a:rect l="l" t="t" r="r" b="b"/>
            <a:pathLst>
              <a:path w="208280">
                <a:moveTo>
                  <a:pt x="208022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0" name="object 480"/>
          <p:cNvSpPr/>
          <p:nvPr/>
        </p:nvSpPr>
        <p:spPr>
          <a:xfrm>
            <a:off x="14104928" y="8678381"/>
            <a:ext cx="56515" cy="287655"/>
          </a:xfrm>
          <a:custGeom>
            <a:avLst/>
            <a:gdLst/>
            <a:ahLst/>
            <a:cxnLst/>
            <a:rect l="l" t="t" r="r" b="b"/>
            <a:pathLst>
              <a:path w="56515" h="287654">
                <a:moveTo>
                  <a:pt x="56395" y="0"/>
                </a:moveTo>
                <a:lnTo>
                  <a:pt x="0" y="0"/>
                </a:lnTo>
                <a:lnTo>
                  <a:pt x="0" y="287204"/>
                </a:lnTo>
                <a:lnTo>
                  <a:pt x="56395" y="287204"/>
                </a:lnTo>
                <a:lnTo>
                  <a:pt x="56395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1" name="object 481"/>
          <p:cNvSpPr/>
          <p:nvPr/>
        </p:nvSpPr>
        <p:spPr>
          <a:xfrm>
            <a:off x="14104928" y="8678381"/>
            <a:ext cx="56515" cy="287655"/>
          </a:xfrm>
          <a:custGeom>
            <a:avLst/>
            <a:gdLst/>
            <a:ahLst/>
            <a:cxnLst/>
            <a:rect l="l" t="t" r="r" b="b"/>
            <a:pathLst>
              <a:path w="56515" h="287654">
                <a:moveTo>
                  <a:pt x="56395" y="287204"/>
                </a:moveTo>
                <a:lnTo>
                  <a:pt x="0" y="287204"/>
                </a:lnTo>
                <a:lnTo>
                  <a:pt x="0" y="0"/>
                </a:lnTo>
                <a:lnTo>
                  <a:pt x="56395" y="0"/>
                </a:lnTo>
                <a:lnTo>
                  <a:pt x="56395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2" name="object 482"/>
          <p:cNvSpPr/>
          <p:nvPr/>
        </p:nvSpPr>
        <p:spPr>
          <a:xfrm>
            <a:off x="14125919" y="8678377"/>
            <a:ext cx="15240" cy="287655"/>
          </a:xfrm>
          <a:custGeom>
            <a:avLst/>
            <a:gdLst/>
            <a:ahLst/>
            <a:cxnLst/>
            <a:rect l="l" t="t" r="r" b="b"/>
            <a:pathLst>
              <a:path w="15240" h="287654">
                <a:moveTo>
                  <a:pt x="0" y="287204"/>
                </a:moveTo>
                <a:lnTo>
                  <a:pt x="15198" y="287204"/>
                </a:lnTo>
                <a:lnTo>
                  <a:pt x="15198" y="0"/>
                </a:lnTo>
                <a:lnTo>
                  <a:pt x="0" y="0"/>
                </a:lnTo>
                <a:lnTo>
                  <a:pt x="0" y="2872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3" name="object 483"/>
          <p:cNvSpPr/>
          <p:nvPr/>
        </p:nvSpPr>
        <p:spPr>
          <a:xfrm>
            <a:off x="14030222" y="867837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4" name="object 484"/>
          <p:cNvSpPr/>
          <p:nvPr/>
        </p:nvSpPr>
        <p:spPr>
          <a:xfrm>
            <a:off x="14236857" y="867837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object 362"/>
          <p:cNvSpPr/>
          <p:nvPr/>
        </p:nvSpPr>
        <p:spPr>
          <a:xfrm>
            <a:off x="11594292" y="5460632"/>
            <a:ext cx="599440" cy="0"/>
          </a:xfrm>
          <a:custGeom>
            <a:avLst/>
            <a:gdLst/>
            <a:ahLst/>
            <a:cxnLst/>
            <a:rect l="l" t="t" r="r" b="b"/>
            <a:pathLst>
              <a:path w="599440">
                <a:moveTo>
                  <a:pt x="598897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object 363"/>
          <p:cNvSpPr/>
          <p:nvPr/>
        </p:nvSpPr>
        <p:spPr>
          <a:xfrm>
            <a:off x="11749561" y="5317971"/>
            <a:ext cx="184150" cy="287655"/>
          </a:xfrm>
          <a:custGeom>
            <a:avLst/>
            <a:gdLst/>
            <a:ahLst/>
            <a:cxnLst/>
            <a:rect l="l" t="t" r="r" b="b"/>
            <a:pathLst>
              <a:path w="184150" h="287654">
                <a:moveTo>
                  <a:pt x="183613" y="0"/>
                </a:moveTo>
                <a:lnTo>
                  <a:pt x="0" y="0"/>
                </a:lnTo>
                <a:lnTo>
                  <a:pt x="0" y="287204"/>
                </a:lnTo>
                <a:lnTo>
                  <a:pt x="183613" y="287204"/>
                </a:lnTo>
                <a:lnTo>
                  <a:pt x="183613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object 364"/>
          <p:cNvSpPr/>
          <p:nvPr/>
        </p:nvSpPr>
        <p:spPr>
          <a:xfrm>
            <a:off x="11749561" y="5317971"/>
            <a:ext cx="184150" cy="287655"/>
          </a:xfrm>
          <a:custGeom>
            <a:avLst/>
            <a:gdLst/>
            <a:ahLst/>
            <a:cxnLst/>
            <a:rect l="l" t="t" r="r" b="b"/>
            <a:pathLst>
              <a:path w="184150" h="287654">
                <a:moveTo>
                  <a:pt x="183613" y="287204"/>
                </a:moveTo>
                <a:lnTo>
                  <a:pt x="0" y="287204"/>
                </a:lnTo>
                <a:lnTo>
                  <a:pt x="0" y="0"/>
                </a:lnTo>
                <a:lnTo>
                  <a:pt x="183613" y="0"/>
                </a:lnTo>
                <a:lnTo>
                  <a:pt x="183613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11809940" y="531892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11597443" y="531796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12189124" y="531988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5" name="object 485"/>
          <p:cNvSpPr/>
          <p:nvPr/>
        </p:nvSpPr>
        <p:spPr>
          <a:xfrm>
            <a:off x="11594231" y="5125994"/>
            <a:ext cx="591419" cy="45719"/>
          </a:xfrm>
          <a:custGeom>
            <a:avLst/>
            <a:gdLst/>
            <a:ahLst/>
            <a:cxnLst/>
            <a:rect l="l" t="t" r="r" b="b"/>
            <a:pathLst>
              <a:path w="654050">
                <a:moveTo>
                  <a:pt x="653935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6" name="object 486"/>
          <p:cNvSpPr/>
          <p:nvPr/>
        </p:nvSpPr>
        <p:spPr>
          <a:xfrm>
            <a:off x="11599931" y="498365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7" name="object 487"/>
          <p:cNvSpPr/>
          <p:nvPr/>
        </p:nvSpPr>
        <p:spPr>
          <a:xfrm>
            <a:off x="12185650" y="498243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8" name="object 488"/>
          <p:cNvSpPr/>
          <p:nvPr/>
        </p:nvSpPr>
        <p:spPr>
          <a:xfrm>
            <a:off x="11751973" y="4983662"/>
            <a:ext cx="213995" cy="287655"/>
          </a:xfrm>
          <a:custGeom>
            <a:avLst/>
            <a:gdLst/>
            <a:ahLst/>
            <a:cxnLst/>
            <a:rect l="l" t="t" r="r" b="b"/>
            <a:pathLst>
              <a:path w="213995" h="287654">
                <a:moveTo>
                  <a:pt x="213594" y="0"/>
                </a:moveTo>
                <a:lnTo>
                  <a:pt x="0" y="0"/>
                </a:lnTo>
                <a:lnTo>
                  <a:pt x="0" y="287204"/>
                </a:lnTo>
                <a:lnTo>
                  <a:pt x="213594" y="287204"/>
                </a:lnTo>
                <a:lnTo>
                  <a:pt x="213594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9" name="object 489"/>
          <p:cNvSpPr/>
          <p:nvPr/>
        </p:nvSpPr>
        <p:spPr>
          <a:xfrm>
            <a:off x="11751973" y="4983662"/>
            <a:ext cx="213995" cy="287655"/>
          </a:xfrm>
          <a:custGeom>
            <a:avLst/>
            <a:gdLst/>
            <a:ahLst/>
            <a:cxnLst/>
            <a:rect l="l" t="t" r="r" b="b"/>
            <a:pathLst>
              <a:path w="213995" h="287654">
                <a:moveTo>
                  <a:pt x="213594" y="287204"/>
                </a:moveTo>
                <a:lnTo>
                  <a:pt x="0" y="287204"/>
                </a:lnTo>
                <a:lnTo>
                  <a:pt x="0" y="0"/>
                </a:lnTo>
                <a:lnTo>
                  <a:pt x="213594" y="0"/>
                </a:lnTo>
                <a:lnTo>
                  <a:pt x="213594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0" name="object 490"/>
          <p:cNvSpPr/>
          <p:nvPr/>
        </p:nvSpPr>
        <p:spPr>
          <a:xfrm>
            <a:off x="11810935" y="498239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1" name="object 491"/>
          <p:cNvSpPr/>
          <p:nvPr/>
        </p:nvSpPr>
        <p:spPr>
          <a:xfrm>
            <a:off x="13914000" y="5130139"/>
            <a:ext cx="443865" cy="0"/>
          </a:xfrm>
          <a:custGeom>
            <a:avLst/>
            <a:gdLst/>
            <a:ahLst/>
            <a:cxnLst/>
            <a:rect l="l" t="t" r="r" b="b"/>
            <a:pathLst>
              <a:path w="443865">
                <a:moveTo>
                  <a:pt x="443785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2" name="object 492"/>
          <p:cNvSpPr/>
          <p:nvPr/>
        </p:nvSpPr>
        <p:spPr>
          <a:xfrm>
            <a:off x="13913901" y="4987802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3" name="object 493"/>
          <p:cNvSpPr/>
          <p:nvPr/>
        </p:nvSpPr>
        <p:spPr>
          <a:xfrm>
            <a:off x="14362244" y="4986573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4" name="object 494"/>
          <p:cNvSpPr/>
          <p:nvPr/>
        </p:nvSpPr>
        <p:spPr>
          <a:xfrm>
            <a:off x="14075099" y="4987806"/>
            <a:ext cx="120650" cy="287655"/>
          </a:xfrm>
          <a:custGeom>
            <a:avLst/>
            <a:gdLst/>
            <a:ahLst/>
            <a:cxnLst/>
            <a:rect l="l" t="t" r="r" b="b"/>
            <a:pathLst>
              <a:path w="120650" h="287654">
                <a:moveTo>
                  <a:pt x="120065" y="0"/>
                </a:moveTo>
                <a:lnTo>
                  <a:pt x="0" y="0"/>
                </a:lnTo>
                <a:lnTo>
                  <a:pt x="0" y="287204"/>
                </a:lnTo>
                <a:lnTo>
                  <a:pt x="120065" y="287204"/>
                </a:lnTo>
                <a:lnTo>
                  <a:pt x="120065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5" name="object 495"/>
          <p:cNvSpPr/>
          <p:nvPr/>
        </p:nvSpPr>
        <p:spPr>
          <a:xfrm>
            <a:off x="14075099" y="4987806"/>
            <a:ext cx="120650" cy="287655"/>
          </a:xfrm>
          <a:custGeom>
            <a:avLst/>
            <a:gdLst/>
            <a:ahLst/>
            <a:cxnLst/>
            <a:rect l="l" t="t" r="r" b="b"/>
            <a:pathLst>
              <a:path w="120650" h="287654">
                <a:moveTo>
                  <a:pt x="120065" y="287204"/>
                </a:moveTo>
                <a:lnTo>
                  <a:pt x="0" y="287204"/>
                </a:lnTo>
                <a:lnTo>
                  <a:pt x="0" y="0"/>
                </a:lnTo>
                <a:lnTo>
                  <a:pt x="120065" y="0"/>
                </a:lnTo>
                <a:lnTo>
                  <a:pt x="120065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6" name="object 496"/>
          <p:cNvSpPr/>
          <p:nvPr/>
        </p:nvSpPr>
        <p:spPr>
          <a:xfrm>
            <a:off x="14138043" y="498653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7" name="object 497"/>
          <p:cNvSpPr/>
          <p:nvPr/>
        </p:nvSpPr>
        <p:spPr>
          <a:xfrm>
            <a:off x="11516389" y="3451321"/>
            <a:ext cx="775335" cy="0"/>
          </a:xfrm>
          <a:custGeom>
            <a:avLst/>
            <a:gdLst/>
            <a:ahLst/>
            <a:cxnLst/>
            <a:rect l="l" t="t" r="r" b="b"/>
            <a:pathLst>
              <a:path w="775334">
                <a:moveTo>
                  <a:pt x="775105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8" name="object 498"/>
          <p:cNvSpPr/>
          <p:nvPr/>
        </p:nvSpPr>
        <p:spPr>
          <a:xfrm>
            <a:off x="11705820" y="3307723"/>
            <a:ext cx="232410" cy="287655"/>
          </a:xfrm>
          <a:custGeom>
            <a:avLst/>
            <a:gdLst/>
            <a:ahLst/>
            <a:cxnLst/>
            <a:rect l="l" t="t" r="r" b="b"/>
            <a:pathLst>
              <a:path w="232409" h="287654">
                <a:moveTo>
                  <a:pt x="232318" y="0"/>
                </a:moveTo>
                <a:lnTo>
                  <a:pt x="0" y="0"/>
                </a:lnTo>
                <a:lnTo>
                  <a:pt x="0" y="287204"/>
                </a:lnTo>
                <a:lnTo>
                  <a:pt x="232318" y="287204"/>
                </a:lnTo>
                <a:lnTo>
                  <a:pt x="232318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9" name="object 499"/>
          <p:cNvSpPr/>
          <p:nvPr/>
        </p:nvSpPr>
        <p:spPr>
          <a:xfrm>
            <a:off x="11705820" y="3307723"/>
            <a:ext cx="232410" cy="287655"/>
          </a:xfrm>
          <a:custGeom>
            <a:avLst/>
            <a:gdLst/>
            <a:ahLst/>
            <a:cxnLst/>
            <a:rect l="l" t="t" r="r" b="b"/>
            <a:pathLst>
              <a:path w="232409" h="287654">
                <a:moveTo>
                  <a:pt x="232318" y="287204"/>
                </a:moveTo>
                <a:lnTo>
                  <a:pt x="0" y="287204"/>
                </a:lnTo>
                <a:lnTo>
                  <a:pt x="0" y="0"/>
                </a:lnTo>
                <a:lnTo>
                  <a:pt x="232318" y="0"/>
                </a:lnTo>
                <a:lnTo>
                  <a:pt x="232318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0" name="object 500"/>
          <p:cNvSpPr/>
          <p:nvPr/>
        </p:nvSpPr>
        <p:spPr>
          <a:xfrm>
            <a:off x="11747166" y="330772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1" name="object 501"/>
          <p:cNvSpPr/>
          <p:nvPr/>
        </p:nvSpPr>
        <p:spPr>
          <a:xfrm>
            <a:off x="11519489" y="330775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2" name="object 502"/>
          <p:cNvSpPr/>
          <p:nvPr/>
        </p:nvSpPr>
        <p:spPr>
          <a:xfrm>
            <a:off x="12286697" y="330774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3" name="object 503"/>
          <p:cNvSpPr/>
          <p:nvPr/>
        </p:nvSpPr>
        <p:spPr>
          <a:xfrm>
            <a:off x="13837903" y="4455706"/>
            <a:ext cx="724535" cy="0"/>
          </a:xfrm>
          <a:custGeom>
            <a:avLst/>
            <a:gdLst/>
            <a:ahLst/>
            <a:cxnLst/>
            <a:rect l="l" t="t" r="r" b="b"/>
            <a:pathLst>
              <a:path w="724534">
                <a:moveTo>
                  <a:pt x="724019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4" name="object 504"/>
          <p:cNvSpPr/>
          <p:nvPr/>
        </p:nvSpPr>
        <p:spPr>
          <a:xfrm>
            <a:off x="14070661" y="4312107"/>
            <a:ext cx="208279" cy="287655"/>
          </a:xfrm>
          <a:custGeom>
            <a:avLst/>
            <a:gdLst/>
            <a:ahLst/>
            <a:cxnLst/>
            <a:rect l="l" t="t" r="r" b="b"/>
            <a:pathLst>
              <a:path w="208280" h="287654">
                <a:moveTo>
                  <a:pt x="208265" y="0"/>
                </a:moveTo>
                <a:lnTo>
                  <a:pt x="0" y="0"/>
                </a:lnTo>
                <a:lnTo>
                  <a:pt x="0" y="287204"/>
                </a:lnTo>
                <a:lnTo>
                  <a:pt x="208265" y="287204"/>
                </a:lnTo>
                <a:lnTo>
                  <a:pt x="208265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5" name="object 505"/>
          <p:cNvSpPr/>
          <p:nvPr/>
        </p:nvSpPr>
        <p:spPr>
          <a:xfrm>
            <a:off x="14070661" y="4312107"/>
            <a:ext cx="208279" cy="287655"/>
          </a:xfrm>
          <a:custGeom>
            <a:avLst/>
            <a:gdLst/>
            <a:ahLst/>
            <a:cxnLst/>
            <a:rect l="l" t="t" r="r" b="b"/>
            <a:pathLst>
              <a:path w="208280" h="287654">
                <a:moveTo>
                  <a:pt x="208265" y="287204"/>
                </a:moveTo>
                <a:lnTo>
                  <a:pt x="0" y="287204"/>
                </a:lnTo>
                <a:lnTo>
                  <a:pt x="0" y="0"/>
                </a:lnTo>
                <a:lnTo>
                  <a:pt x="208265" y="0"/>
                </a:lnTo>
                <a:lnTo>
                  <a:pt x="208265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6" name="object 506"/>
          <p:cNvSpPr/>
          <p:nvPr/>
        </p:nvSpPr>
        <p:spPr>
          <a:xfrm>
            <a:off x="14148353" y="431210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7" name="object 507"/>
          <p:cNvSpPr/>
          <p:nvPr/>
        </p:nvSpPr>
        <p:spPr>
          <a:xfrm>
            <a:off x="13841545" y="431214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8" name="object 508"/>
          <p:cNvSpPr/>
          <p:nvPr/>
        </p:nvSpPr>
        <p:spPr>
          <a:xfrm>
            <a:off x="14565193" y="431212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9" name="object 509"/>
          <p:cNvSpPr/>
          <p:nvPr/>
        </p:nvSpPr>
        <p:spPr>
          <a:xfrm flipV="1">
            <a:off x="11559535" y="6093254"/>
            <a:ext cx="549915" cy="45719"/>
          </a:xfrm>
          <a:custGeom>
            <a:avLst/>
            <a:gdLst/>
            <a:ahLst/>
            <a:cxnLst/>
            <a:rect l="l" t="t" r="r" b="b"/>
            <a:pathLst>
              <a:path w="735965">
                <a:moveTo>
                  <a:pt x="735762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0" name="object 510"/>
          <p:cNvSpPr/>
          <p:nvPr/>
        </p:nvSpPr>
        <p:spPr>
          <a:xfrm>
            <a:off x="11717635" y="5990529"/>
            <a:ext cx="163216" cy="287655"/>
          </a:xfrm>
          <a:custGeom>
            <a:avLst/>
            <a:gdLst/>
            <a:ahLst/>
            <a:cxnLst/>
            <a:rect l="l" t="t" r="r" b="b"/>
            <a:pathLst>
              <a:path w="233045" h="287654">
                <a:moveTo>
                  <a:pt x="232582" y="0"/>
                </a:moveTo>
                <a:lnTo>
                  <a:pt x="0" y="0"/>
                </a:lnTo>
                <a:lnTo>
                  <a:pt x="0" y="287204"/>
                </a:lnTo>
                <a:lnTo>
                  <a:pt x="232582" y="287204"/>
                </a:lnTo>
                <a:lnTo>
                  <a:pt x="232582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1" name="object 511"/>
          <p:cNvSpPr/>
          <p:nvPr/>
        </p:nvSpPr>
        <p:spPr>
          <a:xfrm>
            <a:off x="11717635" y="5990529"/>
            <a:ext cx="163216" cy="287655"/>
          </a:xfrm>
          <a:custGeom>
            <a:avLst/>
            <a:gdLst/>
            <a:ahLst/>
            <a:cxnLst/>
            <a:rect l="l" t="t" r="r" b="b"/>
            <a:pathLst>
              <a:path w="233045" h="287654">
                <a:moveTo>
                  <a:pt x="232582" y="287204"/>
                </a:moveTo>
                <a:lnTo>
                  <a:pt x="0" y="287204"/>
                </a:lnTo>
                <a:lnTo>
                  <a:pt x="0" y="0"/>
                </a:lnTo>
                <a:lnTo>
                  <a:pt x="232582" y="0"/>
                </a:lnTo>
                <a:lnTo>
                  <a:pt x="232582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2" name="object 512"/>
          <p:cNvSpPr/>
          <p:nvPr/>
        </p:nvSpPr>
        <p:spPr>
          <a:xfrm>
            <a:off x="11765834" y="599537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3" name="object 513"/>
          <p:cNvSpPr/>
          <p:nvPr/>
        </p:nvSpPr>
        <p:spPr>
          <a:xfrm>
            <a:off x="11556354" y="5990524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4" name="object 514"/>
          <p:cNvSpPr/>
          <p:nvPr/>
        </p:nvSpPr>
        <p:spPr>
          <a:xfrm>
            <a:off x="12109450" y="5991743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5" name="object 515"/>
          <p:cNvSpPr/>
          <p:nvPr/>
        </p:nvSpPr>
        <p:spPr>
          <a:xfrm>
            <a:off x="13891101" y="6811748"/>
            <a:ext cx="585470" cy="0"/>
          </a:xfrm>
          <a:custGeom>
            <a:avLst/>
            <a:gdLst/>
            <a:ahLst/>
            <a:cxnLst/>
            <a:rect l="l" t="t" r="r" b="b"/>
            <a:pathLst>
              <a:path w="585469">
                <a:moveTo>
                  <a:pt x="585128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6" name="object 516"/>
          <p:cNvSpPr/>
          <p:nvPr/>
        </p:nvSpPr>
        <p:spPr>
          <a:xfrm>
            <a:off x="14080125" y="6663300"/>
            <a:ext cx="162560" cy="287655"/>
          </a:xfrm>
          <a:custGeom>
            <a:avLst/>
            <a:gdLst/>
            <a:ahLst/>
            <a:cxnLst/>
            <a:rect l="l" t="t" r="r" b="b"/>
            <a:pathLst>
              <a:path w="162559" h="287654">
                <a:moveTo>
                  <a:pt x="162539" y="0"/>
                </a:moveTo>
                <a:lnTo>
                  <a:pt x="0" y="0"/>
                </a:lnTo>
                <a:lnTo>
                  <a:pt x="0" y="287204"/>
                </a:lnTo>
                <a:lnTo>
                  <a:pt x="162539" y="287204"/>
                </a:lnTo>
                <a:lnTo>
                  <a:pt x="162539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7" name="object 517"/>
          <p:cNvSpPr/>
          <p:nvPr/>
        </p:nvSpPr>
        <p:spPr>
          <a:xfrm>
            <a:off x="14080125" y="6663300"/>
            <a:ext cx="162560" cy="287655"/>
          </a:xfrm>
          <a:custGeom>
            <a:avLst/>
            <a:gdLst/>
            <a:ahLst/>
            <a:cxnLst/>
            <a:rect l="l" t="t" r="r" b="b"/>
            <a:pathLst>
              <a:path w="162559" h="287654">
                <a:moveTo>
                  <a:pt x="162539" y="287204"/>
                </a:moveTo>
                <a:lnTo>
                  <a:pt x="0" y="287204"/>
                </a:lnTo>
                <a:lnTo>
                  <a:pt x="0" y="0"/>
                </a:lnTo>
                <a:lnTo>
                  <a:pt x="162539" y="0"/>
                </a:lnTo>
                <a:lnTo>
                  <a:pt x="162539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8" name="object 518"/>
          <p:cNvSpPr/>
          <p:nvPr/>
        </p:nvSpPr>
        <p:spPr>
          <a:xfrm>
            <a:off x="14148150" y="6668143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9" name="object 519"/>
          <p:cNvSpPr/>
          <p:nvPr/>
        </p:nvSpPr>
        <p:spPr>
          <a:xfrm>
            <a:off x="13891206" y="666329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0" name="object 520"/>
          <p:cNvSpPr/>
          <p:nvPr/>
        </p:nvSpPr>
        <p:spPr>
          <a:xfrm>
            <a:off x="14473736" y="666329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1" name="object 521"/>
          <p:cNvSpPr/>
          <p:nvPr/>
        </p:nvSpPr>
        <p:spPr>
          <a:xfrm>
            <a:off x="11662673" y="8487710"/>
            <a:ext cx="132715" cy="0"/>
          </a:xfrm>
          <a:custGeom>
            <a:avLst/>
            <a:gdLst/>
            <a:ahLst/>
            <a:cxnLst/>
            <a:rect l="l" t="t" r="r" b="b"/>
            <a:pathLst>
              <a:path w="132715">
                <a:moveTo>
                  <a:pt x="132223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2" name="object 522"/>
          <p:cNvSpPr/>
          <p:nvPr/>
        </p:nvSpPr>
        <p:spPr>
          <a:xfrm>
            <a:off x="11704352" y="8342016"/>
            <a:ext cx="52069" cy="287655"/>
          </a:xfrm>
          <a:custGeom>
            <a:avLst/>
            <a:gdLst/>
            <a:ahLst/>
            <a:cxnLst/>
            <a:rect l="l" t="t" r="r" b="b"/>
            <a:pathLst>
              <a:path w="52070" h="287654">
                <a:moveTo>
                  <a:pt x="51744" y="0"/>
                </a:moveTo>
                <a:lnTo>
                  <a:pt x="0" y="0"/>
                </a:lnTo>
                <a:lnTo>
                  <a:pt x="0" y="287204"/>
                </a:lnTo>
                <a:lnTo>
                  <a:pt x="51744" y="287204"/>
                </a:lnTo>
                <a:lnTo>
                  <a:pt x="51744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3" name="object 523"/>
          <p:cNvSpPr/>
          <p:nvPr/>
        </p:nvSpPr>
        <p:spPr>
          <a:xfrm>
            <a:off x="11704352" y="8342016"/>
            <a:ext cx="52069" cy="287655"/>
          </a:xfrm>
          <a:custGeom>
            <a:avLst/>
            <a:gdLst/>
            <a:ahLst/>
            <a:cxnLst/>
            <a:rect l="l" t="t" r="r" b="b"/>
            <a:pathLst>
              <a:path w="52070" h="287654">
                <a:moveTo>
                  <a:pt x="51744" y="287204"/>
                </a:moveTo>
                <a:lnTo>
                  <a:pt x="0" y="287204"/>
                </a:lnTo>
                <a:lnTo>
                  <a:pt x="0" y="0"/>
                </a:lnTo>
                <a:lnTo>
                  <a:pt x="51744" y="0"/>
                </a:lnTo>
                <a:lnTo>
                  <a:pt x="51744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4" name="object 524"/>
          <p:cNvSpPr/>
          <p:nvPr/>
        </p:nvSpPr>
        <p:spPr>
          <a:xfrm>
            <a:off x="11719686" y="834410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506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5" name="object 525"/>
          <p:cNvSpPr/>
          <p:nvPr/>
        </p:nvSpPr>
        <p:spPr>
          <a:xfrm>
            <a:off x="11665762" y="834200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6" name="object 526"/>
          <p:cNvSpPr/>
          <p:nvPr/>
        </p:nvSpPr>
        <p:spPr>
          <a:xfrm>
            <a:off x="11797556" y="834200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7" name="object 527"/>
          <p:cNvSpPr/>
          <p:nvPr/>
        </p:nvSpPr>
        <p:spPr>
          <a:xfrm>
            <a:off x="14025982" y="9164659"/>
            <a:ext cx="204470" cy="0"/>
          </a:xfrm>
          <a:custGeom>
            <a:avLst/>
            <a:gdLst/>
            <a:ahLst/>
            <a:cxnLst/>
            <a:rect l="l" t="t" r="r" b="b"/>
            <a:pathLst>
              <a:path w="204469">
                <a:moveTo>
                  <a:pt x="204151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8" name="object 528"/>
          <p:cNvSpPr/>
          <p:nvPr/>
        </p:nvSpPr>
        <p:spPr>
          <a:xfrm>
            <a:off x="14095982" y="9018961"/>
            <a:ext cx="63500" cy="287655"/>
          </a:xfrm>
          <a:custGeom>
            <a:avLst/>
            <a:gdLst/>
            <a:ahLst/>
            <a:cxnLst/>
            <a:rect l="l" t="t" r="r" b="b"/>
            <a:pathLst>
              <a:path w="63500" h="287654">
                <a:moveTo>
                  <a:pt x="62879" y="0"/>
                </a:moveTo>
                <a:lnTo>
                  <a:pt x="0" y="0"/>
                </a:lnTo>
                <a:lnTo>
                  <a:pt x="0" y="287204"/>
                </a:lnTo>
                <a:lnTo>
                  <a:pt x="62879" y="287204"/>
                </a:lnTo>
                <a:lnTo>
                  <a:pt x="62879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9" name="object 529"/>
          <p:cNvSpPr/>
          <p:nvPr/>
        </p:nvSpPr>
        <p:spPr>
          <a:xfrm>
            <a:off x="14095982" y="9018961"/>
            <a:ext cx="63500" cy="287655"/>
          </a:xfrm>
          <a:custGeom>
            <a:avLst/>
            <a:gdLst/>
            <a:ahLst/>
            <a:cxnLst/>
            <a:rect l="l" t="t" r="r" b="b"/>
            <a:pathLst>
              <a:path w="63500" h="287654">
                <a:moveTo>
                  <a:pt x="62879" y="287204"/>
                </a:moveTo>
                <a:lnTo>
                  <a:pt x="0" y="287204"/>
                </a:lnTo>
                <a:lnTo>
                  <a:pt x="0" y="0"/>
                </a:lnTo>
                <a:lnTo>
                  <a:pt x="62879" y="0"/>
                </a:lnTo>
                <a:lnTo>
                  <a:pt x="62879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0" name="object 530"/>
          <p:cNvSpPr/>
          <p:nvPr/>
        </p:nvSpPr>
        <p:spPr>
          <a:xfrm>
            <a:off x="14124381" y="9021054"/>
            <a:ext cx="15240" cy="287655"/>
          </a:xfrm>
          <a:custGeom>
            <a:avLst/>
            <a:gdLst/>
            <a:ahLst/>
            <a:cxnLst/>
            <a:rect l="l" t="t" r="r" b="b"/>
            <a:pathLst>
              <a:path w="15240" h="287654">
                <a:moveTo>
                  <a:pt x="0" y="287204"/>
                </a:moveTo>
                <a:lnTo>
                  <a:pt x="15198" y="287204"/>
                </a:lnTo>
                <a:lnTo>
                  <a:pt x="15198" y="0"/>
                </a:lnTo>
                <a:lnTo>
                  <a:pt x="0" y="0"/>
                </a:lnTo>
                <a:lnTo>
                  <a:pt x="0" y="2872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1" name="object 531"/>
          <p:cNvSpPr/>
          <p:nvPr/>
        </p:nvSpPr>
        <p:spPr>
          <a:xfrm>
            <a:off x="14026393" y="901895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2" name="object 532"/>
          <p:cNvSpPr/>
          <p:nvPr/>
        </p:nvSpPr>
        <p:spPr>
          <a:xfrm>
            <a:off x="14233058" y="901895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3" name="object 533"/>
          <p:cNvSpPr/>
          <p:nvPr/>
        </p:nvSpPr>
        <p:spPr>
          <a:xfrm>
            <a:off x="2685654" y="9441033"/>
            <a:ext cx="2417445" cy="0"/>
          </a:xfrm>
          <a:custGeom>
            <a:avLst/>
            <a:gdLst/>
            <a:ahLst/>
            <a:cxnLst/>
            <a:rect l="l" t="t" r="r" b="b"/>
            <a:pathLst>
              <a:path w="2417445">
                <a:moveTo>
                  <a:pt x="2417122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4" name="object 534"/>
          <p:cNvSpPr/>
          <p:nvPr/>
        </p:nvSpPr>
        <p:spPr>
          <a:xfrm>
            <a:off x="5100332" y="9441033"/>
            <a:ext cx="2417445" cy="0"/>
          </a:xfrm>
          <a:custGeom>
            <a:avLst/>
            <a:gdLst/>
            <a:ahLst/>
            <a:cxnLst/>
            <a:rect l="l" t="t" r="r" b="b"/>
            <a:pathLst>
              <a:path w="2417445">
                <a:moveTo>
                  <a:pt x="2417122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5" name="object 535"/>
          <p:cNvSpPr/>
          <p:nvPr/>
        </p:nvSpPr>
        <p:spPr>
          <a:xfrm>
            <a:off x="10514406" y="9425835"/>
            <a:ext cx="2417445" cy="0"/>
          </a:xfrm>
          <a:custGeom>
            <a:avLst/>
            <a:gdLst/>
            <a:ahLst/>
            <a:cxnLst/>
            <a:rect l="l" t="t" r="r" b="b"/>
            <a:pathLst>
              <a:path w="2417445">
                <a:moveTo>
                  <a:pt x="2417122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6" name="object 536"/>
          <p:cNvSpPr/>
          <p:nvPr/>
        </p:nvSpPr>
        <p:spPr>
          <a:xfrm>
            <a:off x="12925845" y="9425835"/>
            <a:ext cx="2417445" cy="0"/>
          </a:xfrm>
          <a:custGeom>
            <a:avLst/>
            <a:gdLst/>
            <a:ahLst/>
            <a:cxnLst/>
            <a:rect l="l" t="t" r="r" b="b"/>
            <a:pathLst>
              <a:path w="2417444">
                <a:moveTo>
                  <a:pt x="2417122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7" name="object 537"/>
          <p:cNvSpPr/>
          <p:nvPr/>
        </p:nvSpPr>
        <p:spPr>
          <a:xfrm>
            <a:off x="2685655" y="9425835"/>
            <a:ext cx="0" cy="146050"/>
          </a:xfrm>
          <a:custGeom>
            <a:avLst/>
            <a:gdLst/>
            <a:ahLst/>
            <a:cxnLst/>
            <a:rect l="l" t="t" r="r" b="b"/>
            <a:pathLst>
              <a:path h="146050">
                <a:moveTo>
                  <a:pt x="0" y="145952"/>
                </a:moveTo>
                <a:lnTo>
                  <a:pt x="0" y="0"/>
                </a:lnTo>
              </a:path>
            </a:pathLst>
          </a:custGeom>
          <a:ln w="303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8" name="object 538"/>
          <p:cNvSpPr/>
          <p:nvPr/>
        </p:nvSpPr>
        <p:spPr>
          <a:xfrm>
            <a:off x="5105417" y="9425835"/>
            <a:ext cx="0" cy="146050"/>
          </a:xfrm>
          <a:custGeom>
            <a:avLst/>
            <a:gdLst/>
            <a:ahLst/>
            <a:cxnLst/>
            <a:rect l="l" t="t" r="r" b="b"/>
            <a:pathLst>
              <a:path h="146050">
                <a:moveTo>
                  <a:pt x="0" y="145952"/>
                </a:moveTo>
                <a:lnTo>
                  <a:pt x="0" y="0"/>
                </a:lnTo>
              </a:path>
            </a:pathLst>
          </a:custGeom>
          <a:ln w="303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9" name="object 539"/>
          <p:cNvSpPr/>
          <p:nvPr/>
        </p:nvSpPr>
        <p:spPr>
          <a:xfrm>
            <a:off x="7517455" y="9425835"/>
            <a:ext cx="0" cy="146050"/>
          </a:xfrm>
          <a:custGeom>
            <a:avLst/>
            <a:gdLst/>
            <a:ahLst/>
            <a:cxnLst/>
            <a:rect l="l" t="t" r="r" b="b"/>
            <a:pathLst>
              <a:path h="146050">
                <a:moveTo>
                  <a:pt x="0" y="145952"/>
                </a:moveTo>
                <a:lnTo>
                  <a:pt x="0" y="0"/>
                </a:lnTo>
              </a:path>
            </a:pathLst>
          </a:custGeom>
          <a:ln w="303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0" name="object 540"/>
          <p:cNvSpPr/>
          <p:nvPr/>
        </p:nvSpPr>
        <p:spPr>
          <a:xfrm>
            <a:off x="10514408" y="9425835"/>
            <a:ext cx="0" cy="146050"/>
          </a:xfrm>
          <a:custGeom>
            <a:avLst/>
            <a:gdLst/>
            <a:ahLst/>
            <a:cxnLst/>
            <a:rect l="l" t="t" r="r" b="b"/>
            <a:pathLst>
              <a:path h="146050">
                <a:moveTo>
                  <a:pt x="0" y="145952"/>
                </a:moveTo>
                <a:lnTo>
                  <a:pt x="0" y="0"/>
                </a:lnTo>
              </a:path>
            </a:pathLst>
          </a:custGeom>
          <a:ln w="303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1" name="object 541"/>
          <p:cNvSpPr/>
          <p:nvPr/>
        </p:nvSpPr>
        <p:spPr>
          <a:xfrm>
            <a:off x="12931529" y="9425835"/>
            <a:ext cx="0" cy="146050"/>
          </a:xfrm>
          <a:custGeom>
            <a:avLst/>
            <a:gdLst/>
            <a:ahLst/>
            <a:cxnLst/>
            <a:rect l="l" t="t" r="r" b="b"/>
            <a:pathLst>
              <a:path h="146050">
                <a:moveTo>
                  <a:pt x="0" y="145952"/>
                </a:moveTo>
                <a:lnTo>
                  <a:pt x="0" y="0"/>
                </a:lnTo>
              </a:path>
            </a:pathLst>
          </a:custGeom>
          <a:ln w="303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2" name="object 542"/>
          <p:cNvSpPr/>
          <p:nvPr/>
        </p:nvSpPr>
        <p:spPr>
          <a:xfrm>
            <a:off x="15342967" y="9425835"/>
            <a:ext cx="0" cy="146050"/>
          </a:xfrm>
          <a:custGeom>
            <a:avLst/>
            <a:gdLst/>
            <a:ahLst/>
            <a:cxnLst/>
            <a:rect l="l" t="t" r="r" b="b"/>
            <a:pathLst>
              <a:path h="146050">
                <a:moveTo>
                  <a:pt x="0" y="145952"/>
                </a:moveTo>
                <a:lnTo>
                  <a:pt x="0" y="0"/>
                </a:lnTo>
              </a:path>
            </a:pathLst>
          </a:custGeom>
          <a:ln w="303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3" name="object 543"/>
          <p:cNvSpPr txBox="1"/>
          <p:nvPr/>
        </p:nvSpPr>
        <p:spPr>
          <a:xfrm>
            <a:off x="2628437" y="1236175"/>
            <a:ext cx="7684134" cy="390525"/>
          </a:xfrm>
          <a:prstGeom prst="rect">
            <a:avLst/>
          </a:prstGeom>
          <a:solidFill>
            <a:srgbClr val="2E5C8E"/>
          </a:solidFill>
        </p:spPr>
        <p:txBody>
          <a:bodyPr vert="horz" wrap="square" lIns="0" tIns="69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b="1" spc="-10" dirty="0">
                <a:solidFill>
                  <a:srgbClr val="FFFFFF"/>
                </a:solidFill>
                <a:latin typeface="Arial"/>
                <a:cs typeface="Arial"/>
              </a:rPr>
              <a:t>CONTINUOUS</a:t>
            </a:r>
            <a:endParaRPr sz="2200">
              <a:latin typeface="Arial"/>
              <a:cs typeface="Arial"/>
            </a:endParaRPr>
          </a:p>
        </p:txBody>
      </p:sp>
      <p:sp>
        <p:nvSpPr>
          <p:cNvPr id="544" name="object 544"/>
          <p:cNvSpPr txBox="1"/>
          <p:nvPr/>
        </p:nvSpPr>
        <p:spPr>
          <a:xfrm>
            <a:off x="10312262" y="1236175"/>
            <a:ext cx="7684134" cy="390525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9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b="1" spc="-10" dirty="0">
                <a:solidFill>
                  <a:srgbClr val="FFFFFF"/>
                </a:solidFill>
                <a:latin typeface="Arial"/>
                <a:cs typeface="Arial"/>
              </a:rPr>
              <a:t>BINARY</a:t>
            </a:r>
            <a:endParaRPr sz="2200">
              <a:latin typeface="Arial"/>
              <a:cs typeface="Arial"/>
            </a:endParaRPr>
          </a:p>
        </p:txBody>
      </p:sp>
      <p:sp>
        <p:nvSpPr>
          <p:cNvPr id="545" name="object 545"/>
          <p:cNvSpPr txBox="1"/>
          <p:nvPr/>
        </p:nvSpPr>
        <p:spPr>
          <a:xfrm>
            <a:off x="536747" y="1236175"/>
            <a:ext cx="2091689" cy="390525"/>
          </a:xfrm>
          <a:prstGeom prst="rect">
            <a:avLst/>
          </a:prstGeom>
          <a:solidFill>
            <a:srgbClr val="5B5B5B"/>
          </a:solidFill>
        </p:spPr>
        <p:txBody>
          <a:bodyPr vert="horz" wrap="square" lIns="0" tIns="6985" rIns="0" bIns="0" rtlCol="0">
            <a:spAutoFit/>
          </a:bodyPr>
          <a:lstStyle/>
          <a:p>
            <a:pPr marL="382905">
              <a:lnSpc>
                <a:spcPct val="100000"/>
              </a:lnSpc>
              <a:spcBef>
                <a:spcPts val="55"/>
              </a:spcBef>
            </a:pPr>
            <a:r>
              <a:rPr sz="2200" b="1" spc="-10" dirty="0">
                <a:solidFill>
                  <a:srgbClr val="FFFFFF"/>
                </a:solidFill>
                <a:latin typeface="Arial"/>
                <a:cs typeface="Arial"/>
              </a:rPr>
              <a:t>METHODS</a:t>
            </a:r>
            <a:endParaRPr sz="2200">
              <a:latin typeface="Arial"/>
              <a:cs typeface="Arial"/>
            </a:endParaRPr>
          </a:p>
        </p:txBody>
      </p:sp>
      <p:sp>
        <p:nvSpPr>
          <p:cNvPr id="546" name="object 546"/>
          <p:cNvSpPr txBox="1"/>
          <p:nvPr/>
        </p:nvSpPr>
        <p:spPr>
          <a:xfrm>
            <a:off x="2535664" y="9495017"/>
            <a:ext cx="25463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b="1" spc="-145" dirty="0">
                <a:latin typeface="Arial"/>
                <a:cs typeface="Arial"/>
              </a:rPr>
              <a:t>-</a:t>
            </a:r>
            <a:r>
              <a:rPr sz="2200" b="1" spc="-50" dirty="0">
                <a:latin typeface="Arial"/>
                <a:cs typeface="Arial"/>
              </a:rPr>
              <a:t>1</a:t>
            </a:r>
            <a:endParaRPr sz="2200">
              <a:latin typeface="Arial"/>
              <a:cs typeface="Arial"/>
            </a:endParaRPr>
          </a:p>
        </p:txBody>
      </p:sp>
      <p:sp>
        <p:nvSpPr>
          <p:cNvPr id="547" name="object 547"/>
          <p:cNvSpPr txBox="1"/>
          <p:nvPr/>
        </p:nvSpPr>
        <p:spPr>
          <a:xfrm>
            <a:off x="4834589" y="9495017"/>
            <a:ext cx="61722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b="1" spc="-40" dirty="0">
                <a:latin typeface="Arial"/>
                <a:cs typeface="Arial"/>
              </a:rPr>
              <a:t>1</a:t>
            </a:r>
            <a:r>
              <a:rPr sz="2200" b="1" spc="-140" dirty="0">
                <a:latin typeface="Arial"/>
                <a:cs typeface="Arial"/>
              </a:rPr>
              <a:t> </a:t>
            </a:r>
            <a:r>
              <a:rPr sz="2200" b="1" spc="-20" dirty="0">
                <a:latin typeface="Arial"/>
                <a:cs typeface="Arial"/>
              </a:rPr>
              <a:t>|</a:t>
            </a:r>
            <a:r>
              <a:rPr sz="2200" b="1" spc="-15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-</a:t>
            </a:r>
            <a:r>
              <a:rPr sz="2200" b="1" spc="-50" dirty="0">
                <a:latin typeface="Arial"/>
                <a:cs typeface="Arial"/>
              </a:rPr>
              <a:t>3</a:t>
            </a:r>
            <a:endParaRPr sz="2200">
              <a:latin typeface="Arial"/>
              <a:cs typeface="Arial"/>
            </a:endParaRPr>
          </a:p>
        </p:txBody>
      </p:sp>
      <p:sp>
        <p:nvSpPr>
          <p:cNvPr id="548" name="object 548"/>
          <p:cNvSpPr txBox="1"/>
          <p:nvPr/>
        </p:nvSpPr>
        <p:spPr>
          <a:xfrm>
            <a:off x="7445137" y="9495017"/>
            <a:ext cx="17716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b="1" spc="-50" dirty="0">
                <a:latin typeface="Arial"/>
                <a:cs typeface="Arial"/>
              </a:rPr>
              <a:t>3</a:t>
            </a:r>
            <a:endParaRPr sz="2200">
              <a:latin typeface="Arial"/>
              <a:cs typeface="Arial"/>
            </a:endParaRPr>
          </a:p>
        </p:txBody>
      </p:sp>
      <p:sp>
        <p:nvSpPr>
          <p:cNvPr id="549" name="object 549"/>
          <p:cNvSpPr txBox="1"/>
          <p:nvPr/>
        </p:nvSpPr>
        <p:spPr>
          <a:xfrm>
            <a:off x="10363059" y="9495017"/>
            <a:ext cx="25463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b="1" spc="-145" dirty="0">
                <a:latin typeface="Arial"/>
                <a:cs typeface="Arial"/>
              </a:rPr>
              <a:t>-</a:t>
            </a:r>
            <a:r>
              <a:rPr sz="2200" b="1" spc="-50" dirty="0">
                <a:latin typeface="Arial"/>
                <a:cs typeface="Arial"/>
              </a:rPr>
              <a:t>1</a:t>
            </a:r>
            <a:endParaRPr sz="2200">
              <a:latin typeface="Arial"/>
              <a:cs typeface="Arial"/>
            </a:endParaRPr>
          </a:p>
        </p:txBody>
      </p:sp>
      <p:sp>
        <p:nvSpPr>
          <p:cNvPr id="550" name="object 550"/>
          <p:cNvSpPr txBox="1"/>
          <p:nvPr/>
        </p:nvSpPr>
        <p:spPr>
          <a:xfrm>
            <a:off x="12661985" y="9495017"/>
            <a:ext cx="61722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b="1" spc="-40" dirty="0">
                <a:latin typeface="Arial"/>
                <a:cs typeface="Arial"/>
              </a:rPr>
              <a:t>1</a:t>
            </a:r>
            <a:r>
              <a:rPr sz="2200" b="1" spc="-140" dirty="0">
                <a:latin typeface="Arial"/>
                <a:cs typeface="Arial"/>
              </a:rPr>
              <a:t> </a:t>
            </a:r>
            <a:r>
              <a:rPr sz="2200" b="1" spc="-20" dirty="0">
                <a:latin typeface="Arial"/>
                <a:cs typeface="Arial"/>
              </a:rPr>
              <a:t>|</a:t>
            </a:r>
            <a:r>
              <a:rPr sz="2200" b="1" spc="-15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-</a:t>
            </a:r>
            <a:r>
              <a:rPr sz="2200" b="1" spc="-50" dirty="0">
                <a:latin typeface="Arial"/>
                <a:cs typeface="Arial"/>
              </a:rPr>
              <a:t>3</a:t>
            </a:r>
            <a:endParaRPr sz="2200">
              <a:latin typeface="Arial"/>
              <a:cs typeface="Arial"/>
            </a:endParaRPr>
          </a:p>
        </p:txBody>
      </p:sp>
      <p:sp>
        <p:nvSpPr>
          <p:cNvPr id="551" name="object 551"/>
          <p:cNvSpPr txBox="1"/>
          <p:nvPr/>
        </p:nvSpPr>
        <p:spPr>
          <a:xfrm>
            <a:off x="15272532" y="9495017"/>
            <a:ext cx="17716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b="1" spc="-50" dirty="0">
                <a:latin typeface="Arial"/>
                <a:cs typeface="Arial"/>
              </a:rPr>
              <a:t>3</a:t>
            </a:r>
            <a:endParaRPr sz="2200">
              <a:latin typeface="Arial"/>
              <a:cs typeface="Arial"/>
            </a:endParaRPr>
          </a:p>
        </p:txBody>
      </p:sp>
      <p:sp>
        <p:nvSpPr>
          <p:cNvPr id="552" name="object 552"/>
          <p:cNvSpPr txBox="1"/>
          <p:nvPr/>
        </p:nvSpPr>
        <p:spPr>
          <a:xfrm>
            <a:off x="597654" y="9363569"/>
            <a:ext cx="85725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b="1" spc="-25" dirty="0">
                <a:latin typeface="Arial"/>
                <a:cs typeface="Arial"/>
              </a:rPr>
              <a:t>BOX</a:t>
            </a:r>
            <a:r>
              <a:rPr sz="2200" b="1" spc="-25" dirty="0">
                <a:latin typeface="Apple SD Gothic Neo"/>
                <a:cs typeface="Apple SD Gothic Neo"/>
              </a:rPr>
              <a:t>：</a:t>
            </a:r>
            <a:endParaRPr sz="2200">
              <a:latin typeface="Apple SD Gothic Neo"/>
              <a:cs typeface="Apple SD Gothic Neo"/>
            </a:endParaRPr>
          </a:p>
        </p:txBody>
      </p:sp>
      <p:grpSp>
        <p:nvGrpSpPr>
          <p:cNvPr id="553" name="object 553"/>
          <p:cNvGrpSpPr/>
          <p:nvPr/>
        </p:nvGrpSpPr>
        <p:grpSpPr>
          <a:xfrm>
            <a:off x="6296196" y="2595451"/>
            <a:ext cx="34290" cy="6991984"/>
            <a:chOff x="6296196" y="2595451"/>
            <a:chExt cx="34290" cy="6991984"/>
          </a:xfrm>
        </p:grpSpPr>
        <p:sp>
          <p:nvSpPr>
            <p:cNvPr id="554" name="object 554"/>
            <p:cNvSpPr/>
            <p:nvPr/>
          </p:nvSpPr>
          <p:spPr>
            <a:xfrm>
              <a:off x="6322833" y="2603071"/>
              <a:ext cx="0" cy="6807834"/>
            </a:xfrm>
            <a:custGeom>
              <a:avLst/>
              <a:gdLst/>
              <a:ahLst/>
              <a:cxnLst/>
              <a:rect l="l" t="t" r="r" b="b"/>
              <a:pathLst>
                <a:path h="6807834">
                  <a:moveTo>
                    <a:pt x="0" y="6807835"/>
                  </a:moveTo>
                  <a:lnTo>
                    <a:pt x="0" y="0"/>
                  </a:lnTo>
                </a:path>
              </a:pathLst>
            </a:custGeom>
            <a:ln w="15198">
              <a:solidFill>
                <a:srgbClr val="2E5C8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5" name="object 555"/>
            <p:cNvSpPr/>
            <p:nvPr/>
          </p:nvSpPr>
          <p:spPr>
            <a:xfrm>
              <a:off x="6311436" y="9425835"/>
              <a:ext cx="0" cy="146050"/>
            </a:xfrm>
            <a:custGeom>
              <a:avLst/>
              <a:gdLst/>
              <a:ahLst/>
              <a:cxnLst/>
              <a:rect l="l" t="t" r="r" b="b"/>
              <a:pathLst>
                <a:path h="146050">
                  <a:moveTo>
                    <a:pt x="0" y="145952"/>
                  </a:moveTo>
                  <a:lnTo>
                    <a:pt x="0" y="0"/>
                  </a:lnTo>
                </a:path>
              </a:pathLst>
            </a:custGeom>
            <a:ln w="303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6" name="object 556"/>
          <p:cNvSpPr txBox="1"/>
          <p:nvPr/>
        </p:nvSpPr>
        <p:spPr>
          <a:xfrm>
            <a:off x="6221250" y="9495017"/>
            <a:ext cx="17716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b="1" spc="-50" dirty="0">
                <a:latin typeface="Arial"/>
                <a:cs typeface="Arial"/>
              </a:rPr>
              <a:t>0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557" name="object 557"/>
          <p:cNvGrpSpPr/>
          <p:nvPr/>
        </p:nvGrpSpPr>
        <p:grpSpPr>
          <a:xfrm>
            <a:off x="3880295" y="2595451"/>
            <a:ext cx="30480" cy="6991984"/>
            <a:chOff x="3880295" y="2595451"/>
            <a:chExt cx="30480" cy="6991984"/>
          </a:xfrm>
        </p:grpSpPr>
        <p:sp>
          <p:nvSpPr>
            <p:cNvPr id="558" name="object 558"/>
            <p:cNvSpPr/>
            <p:nvPr/>
          </p:nvSpPr>
          <p:spPr>
            <a:xfrm>
              <a:off x="3892999" y="2603071"/>
              <a:ext cx="0" cy="6807834"/>
            </a:xfrm>
            <a:custGeom>
              <a:avLst/>
              <a:gdLst/>
              <a:ahLst/>
              <a:cxnLst/>
              <a:rect l="l" t="t" r="r" b="b"/>
              <a:pathLst>
                <a:path h="6807834">
                  <a:moveTo>
                    <a:pt x="0" y="6807835"/>
                  </a:moveTo>
                  <a:lnTo>
                    <a:pt x="0" y="0"/>
                  </a:lnTo>
                </a:path>
              </a:pathLst>
            </a:custGeom>
            <a:ln w="15198">
              <a:solidFill>
                <a:srgbClr val="2E5C8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9" name="object 559"/>
            <p:cNvSpPr/>
            <p:nvPr/>
          </p:nvSpPr>
          <p:spPr>
            <a:xfrm>
              <a:off x="3895535" y="9425835"/>
              <a:ext cx="0" cy="146050"/>
            </a:xfrm>
            <a:custGeom>
              <a:avLst/>
              <a:gdLst/>
              <a:ahLst/>
              <a:cxnLst/>
              <a:rect l="l" t="t" r="r" b="b"/>
              <a:pathLst>
                <a:path h="146050">
                  <a:moveTo>
                    <a:pt x="0" y="145952"/>
                  </a:moveTo>
                  <a:lnTo>
                    <a:pt x="0" y="0"/>
                  </a:lnTo>
                </a:path>
              </a:pathLst>
            </a:custGeom>
            <a:ln w="303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0" name="object 560"/>
          <p:cNvSpPr txBox="1"/>
          <p:nvPr/>
        </p:nvSpPr>
        <p:spPr>
          <a:xfrm>
            <a:off x="3810617" y="9495017"/>
            <a:ext cx="17716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b="1" spc="-50" dirty="0">
                <a:latin typeface="Arial"/>
                <a:cs typeface="Arial"/>
              </a:rPr>
              <a:t>0</a:t>
            </a:r>
            <a:endParaRPr sz="2200">
              <a:latin typeface="Arial"/>
              <a:cs typeface="Arial"/>
            </a:endParaRPr>
          </a:p>
        </p:txBody>
      </p:sp>
      <p:sp>
        <p:nvSpPr>
          <p:cNvPr id="561" name="object 561"/>
          <p:cNvSpPr txBox="1"/>
          <p:nvPr/>
        </p:nvSpPr>
        <p:spPr>
          <a:xfrm>
            <a:off x="14053371" y="9495017"/>
            <a:ext cx="17716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b="1" spc="-50" dirty="0">
                <a:latin typeface="Arial"/>
                <a:cs typeface="Arial"/>
              </a:rPr>
              <a:t>0</a:t>
            </a:r>
            <a:endParaRPr sz="2200">
              <a:latin typeface="Arial"/>
              <a:cs typeface="Arial"/>
            </a:endParaRPr>
          </a:p>
        </p:txBody>
      </p:sp>
      <p:sp>
        <p:nvSpPr>
          <p:cNvPr id="562" name="object 562"/>
          <p:cNvSpPr txBox="1"/>
          <p:nvPr/>
        </p:nvSpPr>
        <p:spPr>
          <a:xfrm>
            <a:off x="11632629" y="9495017"/>
            <a:ext cx="17716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b="1" spc="-50" dirty="0">
                <a:latin typeface="Arial"/>
                <a:cs typeface="Arial"/>
              </a:rPr>
              <a:t>0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563" name="object 563"/>
          <p:cNvGrpSpPr/>
          <p:nvPr/>
        </p:nvGrpSpPr>
        <p:grpSpPr>
          <a:xfrm>
            <a:off x="11707771" y="2603071"/>
            <a:ext cx="2813050" cy="6973570"/>
            <a:chOff x="11707771" y="2603071"/>
            <a:chExt cx="2813050" cy="6973570"/>
          </a:xfrm>
        </p:grpSpPr>
        <p:sp>
          <p:nvSpPr>
            <p:cNvPr id="564" name="object 564"/>
            <p:cNvSpPr/>
            <p:nvPr/>
          </p:nvSpPr>
          <p:spPr>
            <a:xfrm>
              <a:off x="11722969" y="9430395"/>
              <a:ext cx="0" cy="146050"/>
            </a:xfrm>
            <a:custGeom>
              <a:avLst/>
              <a:gdLst/>
              <a:ahLst/>
              <a:cxnLst/>
              <a:rect l="l" t="t" r="r" b="b"/>
              <a:pathLst>
                <a:path h="146050">
                  <a:moveTo>
                    <a:pt x="0" y="145952"/>
                  </a:moveTo>
                  <a:lnTo>
                    <a:pt x="0" y="0"/>
                  </a:lnTo>
                </a:path>
              </a:pathLst>
            </a:custGeom>
            <a:ln w="303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5" name="object 565"/>
            <p:cNvSpPr/>
            <p:nvPr/>
          </p:nvSpPr>
          <p:spPr>
            <a:xfrm>
              <a:off x="14137247" y="9415197"/>
              <a:ext cx="0" cy="146050"/>
            </a:xfrm>
            <a:custGeom>
              <a:avLst/>
              <a:gdLst/>
              <a:ahLst/>
              <a:cxnLst/>
              <a:rect l="l" t="t" r="r" b="b"/>
              <a:pathLst>
                <a:path h="146050">
                  <a:moveTo>
                    <a:pt x="0" y="145952"/>
                  </a:moveTo>
                  <a:lnTo>
                    <a:pt x="0" y="0"/>
                  </a:lnTo>
                </a:path>
              </a:pathLst>
            </a:custGeom>
            <a:ln w="303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6" name="object 566"/>
            <p:cNvSpPr/>
            <p:nvPr/>
          </p:nvSpPr>
          <p:spPr>
            <a:xfrm>
              <a:off x="11722969" y="2603071"/>
              <a:ext cx="0" cy="6807834"/>
            </a:xfrm>
            <a:custGeom>
              <a:avLst/>
              <a:gdLst/>
              <a:ahLst/>
              <a:cxnLst/>
              <a:rect l="l" t="t" r="r" b="b"/>
              <a:pathLst>
                <a:path h="6807834">
                  <a:moveTo>
                    <a:pt x="0" y="6807835"/>
                  </a:moveTo>
                  <a:lnTo>
                    <a:pt x="0" y="0"/>
                  </a:lnTo>
                </a:path>
              </a:pathLst>
            </a:custGeom>
            <a:ln w="15198">
              <a:solidFill>
                <a:srgbClr val="C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7" name="object 567"/>
            <p:cNvSpPr/>
            <p:nvPr/>
          </p:nvSpPr>
          <p:spPr>
            <a:xfrm>
              <a:off x="14081108" y="2631821"/>
              <a:ext cx="189865" cy="287655"/>
            </a:xfrm>
            <a:custGeom>
              <a:avLst/>
              <a:gdLst/>
              <a:ahLst/>
              <a:cxnLst/>
              <a:rect l="l" t="t" r="r" b="b"/>
              <a:pathLst>
                <a:path w="189865" h="287655">
                  <a:moveTo>
                    <a:pt x="189257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189257" y="287204"/>
                  </a:lnTo>
                  <a:lnTo>
                    <a:pt x="189257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8" name="object 568"/>
            <p:cNvSpPr/>
            <p:nvPr/>
          </p:nvSpPr>
          <p:spPr>
            <a:xfrm>
              <a:off x="14081108" y="2631821"/>
              <a:ext cx="189865" cy="287655"/>
            </a:xfrm>
            <a:custGeom>
              <a:avLst/>
              <a:gdLst/>
              <a:ahLst/>
              <a:cxnLst/>
              <a:rect l="l" t="t" r="r" b="b"/>
              <a:pathLst>
                <a:path w="189865" h="287655">
                  <a:moveTo>
                    <a:pt x="189257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189257" y="0"/>
                  </a:lnTo>
                  <a:lnTo>
                    <a:pt x="189257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9" name="object 569"/>
            <p:cNvSpPr/>
            <p:nvPr/>
          </p:nvSpPr>
          <p:spPr>
            <a:xfrm>
              <a:off x="13811837" y="2775423"/>
              <a:ext cx="699135" cy="0"/>
            </a:xfrm>
            <a:custGeom>
              <a:avLst/>
              <a:gdLst/>
              <a:ahLst/>
              <a:cxnLst/>
              <a:rect l="l" t="t" r="r" b="b"/>
              <a:pathLst>
                <a:path w="699134">
                  <a:moveTo>
                    <a:pt x="698587" y="0"/>
                  </a:moveTo>
                  <a:lnTo>
                    <a:pt x="0" y="0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0" name="object 570"/>
            <p:cNvSpPr/>
            <p:nvPr/>
          </p:nvSpPr>
          <p:spPr>
            <a:xfrm>
              <a:off x="14143266" y="2631818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151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1" name="object 571"/>
            <p:cNvSpPr/>
            <p:nvPr/>
          </p:nvSpPr>
          <p:spPr>
            <a:xfrm>
              <a:off x="13817521" y="2631818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2" name="object 572"/>
            <p:cNvSpPr/>
            <p:nvPr/>
          </p:nvSpPr>
          <p:spPr>
            <a:xfrm>
              <a:off x="14505623" y="2631818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3" name="object 573"/>
            <p:cNvSpPr/>
            <p:nvPr/>
          </p:nvSpPr>
          <p:spPr>
            <a:xfrm>
              <a:off x="14137247" y="2603071"/>
              <a:ext cx="0" cy="6807834"/>
            </a:xfrm>
            <a:custGeom>
              <a:avLst/>
              <a:gdLst/>
              <a:ahLst/>
              <a:cxnLst/>
              <a:rect l="l" t="t" r="r" b="b"/>
              <a:pathLst>
                <a:path h="6807834">
                  <a:moveTo>
                    <a:pt x="0" y="6807835"/>
                  </a:moveTo>
                  <a:lnTo>
                    <a:pt x="0" y="0"/>
                  </a:lnTo>
                </a:path>
              </a:pathLst>
            </a:custGeom>
            <a:ln w="15198">
              <a:solidFill>
                <a:srgbClr val="C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4" name="object 574"/>
          <p:cNvSpPr txBox="1"/>
          <p:nvPr/>
        </p:nvSpPr>
        <p:spPr>
          <a:xfrm>
            <a:off x="9604170" y="2634505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575" name="object 575"/>
          <p:cNvSpPr txBox="1"/>
          <p:nvPr/>
        </p:nvSpPr>
        <p:spPr>
          <a:xfrm>
            <a:off x="9613104" y="3968119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5377E-48DA-DCA3-47CE-98D993CA4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6107BA1-4A63-54B8-2696-8443F87CB1FA}"/>
              </a:ext>
            </a:extLst>
          </p:cNvPr>
          <p:cNvSpPr txBox="1"/>
          <p:nvPr/>
        </p:nvSpPr>
        <p:spPr>
          <a:xfrm>
            <a:off x="3151534" y="1969059"/>
            <a:ext cx="6018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68245" algn="l"/>
                <a:tab pos="4764405" algn="l"/>
                <a:tab pos="5604510" algn="l"/>
              </a:tabLst>
            </a:pPr>
            <a:r>
              <a:rPr sz="1600" b="1" dirty="0">
                <a:latin typeface="Arial"/>
                <a:cs typeface="Arial"/>
              </a:rPr>
              <a:t>Precision: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PVR</a:t>
            </a:r>
            <a:r>
              <a:rPr sz="1600" b="1" dirty="0">
                <a:latin typeface="Arial"/>
                <a:cs typeface="Arial"/>
              </a:rPr>
              <a:t>	</a:t>
            </a:r>
            <a:r>
              <a:rPr sz="2400" b="1" baseline="3472" dirty="0">
                <a:latin typeface="Arial"/>
                <a:cs typeface="Arial"/>
              </a:rPr>
              <a:t>Estimate</a:t>
            </a:r>
            <a:r>
              <a:rPr sz="2400" b="1" spc="292" baseline="3472" dirty="0">
                <a:latin typeface="Arial"/>
                <a:cs typeface="Arial"/>
              </a:rPr>
              <a:t> </a:t>
            </a:r>
            <a:r>
              <a:rPr sz="2400" b="1" spc="-15" baseline="3472" dirty="0">
                <a:latin typeface="Arial"/>
                <a:cs typeface="Arial"/>
              </a:rPr>
              <a:t>Shift</a:t>
            </a:r>
            <a:r>
              <a:rPr sz="2400" b="1" baseline="3472" dirty="0">
                <a:latin typeface="Arial"/>
                <a:cs typeface="Arial"/>
              </a:rPr>
              <a:t>	</a:t>
            </a:r>
            <a:r>
              <a:rPr sz="1600" b="1" spc="-25" dirty="0">
                <a:latin typeface="Arial"/>
                <a:cs typeface="Arial"/>
              </a:rPr>
              <a:t>CAG</a:t>
            </a:r>
            <a:r>
              <a:rPr sz="1600" b="1" dirty="0">
                <a:latin typeface="Arial"/>
                <a:cs typeface="Arial"/>
              </a:rPr>
              <a:t>	</a:t>
            </a:r>
            <a:r>
              <a:rPr sz="1600" b="1" spc="-30" dirty="0">
                <a:latin typeface="Arial"/>
                <a:cs typeface="Arial"/>
              </a:rPr>
              <a:t>CAL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EC1D8EC-DB97-D062-5DE4-4BACD3FB12AC}"/>
              </a:ext>
            </a:extLst>
          </p:cNvPr>
          <p:cNvSpPr txBox="1"/>
          <p:nvPr/>
        </p:nvSpPr>
        <p:spPr>
          <a:xfrm>
            <a:off x="9508738" y="1725808"/>
            <a:ext cx="53276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 marR="5080" indent="-51435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Error </a:t>
            </a:r>
            <a:r>
              <a:rPr sz="1600" b="1" spc="30" dirty="0">
                <a:solidFill>
                  <a:srgbClr val="FFFFFF"/>
                </a:solidFill>
                <a:latin typeface="Arial"/>
                <a:cs typeface="Arial"/>
              </a:rPr>
              <a:t>rate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9BEB19B-E30E-9737-FE89-F149D9C7D675}"/>
              </a:ext>
            </a:extLst>
          </p:cNvPr>
          <p:cNvSpPr txBox="1"/>
          <p:nvPr/>
        </p:nvSpPr>
        <p:spPr>
          <a:xfrm>
            <a:off x="10974738" y="1969059"/>
            <a:ext cx="60064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73325" algn="l"/>
                <a:tab pos="4752340" algn="l"/>
                <a:tab pos="5592445" algn="l"/>
              </a:tabLst>
            </a:pPr>
            <a:r>
              <a:rPr sz="1600" b="1" dirty="0">
                <a:latin typeface="Arial"/>
                <a:cs typeface="Arial"/>
              </a:rPr>
              <a:t>Precision: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PVR</a:t>
            </a:r>
            <a:r>
              <a:rPr sz="1600" b="1" dirty="0">
                <a:latin typeface="Arial"/>
                <a:cs typeface="Arial"/>
              </a:rPr>
              <a:t>	</a:t>
            </a:r>
            <a:r>
              <a:rPr sz="2400" b="1" baseline="3472" dirty="0">
                <a:latin typeface="Arial"/>
                <a:cs typeface="Arial"/>
              </a:rPr>
              <a:t>Estimate</a:t>
            </a:r>
            <a:r>
              <a:rPr sz="2400" b="1" spc="292" baseline="3472" dirty="0">
                <a:latin typeface="Arial"/>
                <a:cs typeface="Arial"/>
              </a:rPr>
              <a:t> </a:t>
            </a:r>
            <a:r>
              <a:rPr sz="2400" b="1" spc="-15" baseline="3472" dirty="0">
                <a:latin typeface="Arial"/>
                <a:cs typeface="Arial"/>
              </a:rPr>
              <a:t>Shift</a:t>
            </a:r>
            <a:r>
              <a:rPr sz="2400" b="1" baseline="3472" dirty="0">
                <a:latin typeface="Arial"/>
                <a:cs typeface="Arial"/>
              </a:rPr>
              <a:t>	</a:t>
            </a:r>
            <a:r>
              <a:rPr sz="1600" b="1" spc="-25" dirty="0">
                <a:latin typeface="Arial"/>
                <a:cs typeface="Arial"/>
              </a:rPr>
              <a:t>CAG</a:t>
            </a:r>
            <a:r>
              <a:rPr sz="1600" b="1" dirty="0">
                <a:latin typeface="Arial"/>
                <a:cs typeface="Arial"/>
              </a:rPr>
              <a:t>	</a:t>
            </a:r>
            <a:r>
              <a:rPr sz="1600" b="1" spc="-30" dirty="0">
                <a:latin typeface="Arial"/>
                <a:cs typeface="Arial"/>
              </a:rPr>
              <a:t>CAL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AE67BD5-6484-160F-FCB6-A833A4FF0338}"/>
              </a:ext>
            </a:extLst>
          </p:cNvPr>
          <p:cNvSpPr txBox="1"/>
          <p:nvPr/>
        </p:nvSpPr>
        <p:spPr>
          <a:xfrm>
            <a:off x="17177546" y="1710621"/>
            <a:ext cx="819150" cy="271780"/>
          </a:xfrm>
          <a:prstGeom prst="rect">
            <a:avLst/>
          </a:prstGeom>
          <a:solidFill>
            <a:srgbClr val="4EA72D"/>
          </a:solidFill>
        </p:spPr>
        <p:txBody>
          <a:bodyPr vert="horz" wrap="square" lIns="0" tIns="2730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215"/>
              </a:spcBef>
            </a:pP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Error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897397A-8021-9BEC-8E23-385B35F43313}"/>
              </a:ext>
            </a:extLst>
          </p:cNvPr>
          <p:cNvSpPr txBox="1"/>
          <p:nvPr/>
        </p:nvSpPr>
        <p:spPr>
          <a:xfrm>
            <a:off x="17177546" y="1982329"/>
            <a:ext cx="819150" cy="287655"/>
          </a:xfrm>
          <a:prstGeom prst="rect">
            <a:avLst/>
          </a:prstGeom>
          <a:solidFill>
            <a:srgbClr val="4EA72D"/>
          </a:solidFill>
        </p:spPr>
        <p:txBody>
          <a:bodyPr vert="horz" wrap="square" lIns="0" tIns="0" rIns="0" bIns="0" rtlCol="0">
            <a:spAutoFit/>
          </a:bodyPr>
          <a:lstStyle/>
          <a:p>
            <a:pPr marL="206375">
              <a:lnSpc>
                <a:spcPts val="1914"/>
              </a:lnSpc>
            </a:pPr>
            <a:r>
              <a:rPr sz="1600" b="1" spc="30" dirty="0">
                <a:solidFill>
                  <a:srgbClr val="FFFFFF"/>
                </a:solidFill>
                <a:latin typeface="Arial"/>
                <a:cs typeface="Arial"/>
              </a:rPr>
              <a:t>rate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028F967-234D-41D0-0672-A5F5FF868B65}"/>
              </a:ext>
            </a:extLst>
          </p:cNvPr>
          <p:cNvSpPr txBox="1"/>
          <p:nvPr/>
        </p:nvSpPr>
        <p:spPr>
          <a:xfrm>
            <a:off x="596795" y="2295152"/>
            <a:ext cx="4000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0" dirty="0">
                <a:latin typeface="Arial"/>
                <a:cs typeface="Arial"/>
              </a:rPr>
              <a:t>ALL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FAAE4BDB-1974-EA98-5CFF-FC1ACEA5DAE3}"/>
              </a:ext>
            </a:extLst>
          </p:cNvPr>
          <p:cNvSpPr txBox="1"/>
          <p:nvPr/>
        </p:nvSpPr>
        <p:spPr>
          <a:xfrm>
            <a:off x="596998" y="2631195"/>
            <a:ext cx="8902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Microsoft Sans Serif"/>
                <a:cs typeface="Microsoft Sans Serif"/>
              </a:rPr>
              <a:t>ANCOVA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BD6D585C-8D6B-1213-1179-A9D064234C8F}"/>
              </a:ext>
            </a:extLst>
          </p:cNvPr>
          <p:cNvSpPr txBox="1"/>
          <p:nvPr/>
        </p:nvSpPr>
        <p:spPr>
          <a:xfrm>
            <a:off x="7905274" y="2632617"/>
            <a:ext cx="46482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5" dirty="0">
                <a:solidFill>
                  <a:srgbClr val="2E5C8E"/>
                </a:solidFill>
                <a:latin typeface="Arial"/>
                <a:cs typeface="Arial"/>
              </a:rPr>
              <a:t>23</a:t>
            </a:r>
            <a:r>
              <a:rPr sz="1600" b="1" spc="55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5880AFCE-1D5A-ACCD-0A3F-30373808E169}"/>
              </a:ext>
            </a:extLst>
          </p:cNvPr>
          <p:cNvSpPr txBox="1"/>
          <p:nvPr/>
        </p:nvSpPr>
        <p:spPr>
          <a:xfrm>
            <a:off x="8785890" y="2632617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4%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D1C4DAF-CBDD-34DD-65F1-C32903784704}"/>
              </a:ext>
            </a:extLst>
          </p:cNvPr>
          <p:cNvSpPr txBox="1"/>
          <p:nvPr/>
        </p:nvSpPr>
        <p:spPr>
          <a:xfrm>
            <a:off x="15778630" y="2632617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8BFC9715-0A0A-1B17-566B-5BB91E62107D}"/>
              </a:ext>
            </a:extLst>
          </p:cNvPr>
          <p:cNvSpPr txBox="1"/>
          <p:nvPr/>
        </p:nvSpPr>
        <p:spPr>
          <a:xfrm>
            <a:off x="16597114" y="2632617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73DAC317-172F-AC87-F508-1156C3BCDC5F}"/>
              </a:ext>
            </a:extLst>
          </p:cNvPr>
          <p:cNvSpPr txBox="1"/>
          <p:nvPr/>
        </p:nvSpPr>
        <p:spPr>
          <a:xfrm>
            <a:off x="17401344" y="2630715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7F369DA8-1A04-04AC-B8B8-4D4C4035E2ED}"/>
              </a:ext>
            </a:extLst>
          </p:cNvPr>
          <p:cNvSpPr txBox="1"/>
          <p:nvPr/>
        </p:nvSpPr>
        <p:spPr>
          <a:xfrm>
            <a:off x="596795" y="2967442"/>
            <a:ext cx="11703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Microsoft Sans Serif"/>
                <a:cs typeface="Microsoft Sans Serif"/>
              </a:rPr>
              <a:t>ANHECOVA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1AB3CE6-F67D-DEA2-8FFD-426BD04DDFC7}"/>
              </a:ext>
            </a:extLst>
          </p:cNvPr>
          <p:cNvSpPr txBox="1"/>
          <p:nvPr/>
        </p:nvSpPr>
        <p:spPr>
          <a:xfrm>
            <a:off x="7905071" y="2968863"/>
            <a:ext cx="46482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5" dirty="0">
                <a:solidFill>
                  <a:srgbClr val="2E5C8E"/>
                </a:solidFill>
                <a:latin typeface="Arial"/>
                <a:cs typeface="Arial"/>
              </a:rPr>
              <a:t>1</a:t>
            </a:r>
            <a:r>
              <a:rPr lang="en-US" altLang="zh-CN" sz="1600" b="1" spc="55" dirty="0">
                <a:solidFill>
                  <a:srgbClr val="2E5C8E"/>
                </a:solidFill>
                <a:latin typeface="Arial"/>
                <a:cs typeface="Arial"/>
              </a:rPr>
              <a:t>5</a:t>
            </a:r>
            <a:r>
              <a:rPr sz="1600" b="1" spc="55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161CA386-A9F1-AB1F-F03C-6FC53CDF1728}"/>
              </a:ext>
            </a:extLst>
          </p:cNvPr>
          <p:cNvSpPr txBox="1"/>
          <p:nvPr/>
        </p:nvSpPr>
        <p:spPr>
          <a:xfrm>
            <a:off x="8785686" y="2968863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5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F4B3A53A-2F6E-36B4-4137-4209F71CE179}"/>
              </a:ext>
            </a:extLst>
          </p:cNvPr>
          <p:cNvSpPr txBox="1"/>
          <p:nvPr/>
        </p:nvSpPr>
        <p:spPr>
          <a:xfrm>
            <a:off x="9604170" y="2968863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8D0B02D8-F314-780B-A54F-9EECCA872EF4}"/>
              </a:ext>
            </a:extLst>
          </p:cNvPr>
          <p:cNvSpPr txBox="1"/>
          <p:nvPr/>
        </p:nvSpPr>
        <p:spPr>
          <a:xfrm>
            <a:off x="15778630" y="2968863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1AC7C30E-5F1B-ACB0-65B0-D025950197AE}"/>
              </a:ext>
            </a:extLst>
          </p:cNvPr>
          <p:cNvSpPr txBox="1"/>
          <p:nvPr/>
        </p:nvSpPr>
        <p:spPr>
          <a:xfrm>
            <a:off x="16597114" y="2968863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16320374-EEA3-8727-0C93-7514C50225DE}"/>
              </a:ext>
            </a:extLst>
          </p:cNvPr>
          <p:cNvSpPr txBox="1"/>
          <p:nvPr/>
        </p:nvSpPr>
        <p:spPr>
          <a:xfrm>
            <a:off x="17406302" y="2984430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9C331354-C8E9-35D6-F09E-267C366F6B6B}"/>
              </a:ext>
            </a:extLst>
          </p:cNvPr>
          <p:cNvSpPr txBox="1"/>
          <p:nvPr/>
        </p:nvSpPr>
        <p:spPr>
          <a:xfrm>
            <a:off x="596795" y="3303688"/>
            <a:ext cx="4819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40" dirty="0">
                <a:latin typeface="Microsoft Sans Serif"/>
                <a:cs typeface="Microsoft Sans Serif"/>
              </a:rPr>
              <a:t>DML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0644EE28-3CF5-5DBB-A22C-2DF9BFC6DF99}"/>
              </a:ext>
            </a:extLst>
          </p:cNvPr>
          <p:cNvSpPr txBox="1"/>
          <p:nvPr/>
        </p:nvSpPr>
        <p:spPr>
          <a:xfrm>
            <a:off x="7967000" y="3305109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5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C59BB012-20FA-3968-1E0C-A46A26026E88}"/>
              </a:ext>
            </a:extLst>
          </p:cNvPr>
          <p:cNvSpPr txBox="1"/>
          <p:nvPr/>
        </p:nvSpPr>
        <p:spPr>
          <a:xfrm>
            <a:off x="8785483" y="3305109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3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28E61E4A-EB45-D698-8D70-CDF6C8A77DDD}"/>
              </a:ext>
            </a:extLst>
          </p:cNvPr>
          <p:cNvSpPr txBox="1"/>
          <p:nvPr/>
        </p:nvSpPr>
        <p:spPr>
          <a:xfrm>
            <a:off x="9603967" y="3305109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2DEF1627-6E1B-4998-3586-E864B6FD5F62}"/>
              </a:ext>
            </a:extLst>
          </p:cNvPr>
          <p:cNvSpPr txBox="1"/>
          <p:nvPr/>
        </p:nvSpPr>
        <p:spPr>
          <a:xfrm>
            <a:off x="15778429" y="3305109"/>
            <a:ext cx="3403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33057FE1-E1DF-13A5-5285-B64A2971D9E0}"/>
              </a:ext>
            </a:extLst>
          </p:cNvPr>
          <p:cNvSpPr txBox="1"/>
          <p:nvPr/>
        </p:nvSpPr>
        <p:spPr>
          <a:xfrm>
            <a:off x="16601488" y="3305109"/>
            <a:ext cx="3403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7ADE9F5A-0035-4505-39C8-3980E7CE3B45}"/>
              </a:ext>
            </a:extLst>
          </p:cNvPr>
          <p:cNvSpPr txBox="1"/>
          <p:nvPr/>
        </p:nvSpPr>
        <p:spPr>
          <a:xfrm>
            <a:off x="17401344" y="3305109"/>
            <a:ext cx="38709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5" dirty="0">
                <a:solidFill>
                  <a:srgbClr val="139118"/>
                </a:solidFill>
                <a:latin typeface="Arial"/>
                <a:cs typeface="Arial"/>
              </a:rPr>
              <a:t>0</a:t>
            </a:r>
            <a:r>
              <a:rPr sz="1600" b="1" spc="55" dirty="0">
                <a:solidFill>
                  <a:srgbClr val="139118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D7466378-E8E8-8167-1502-CBD19F896451}"/>
              </a:ext>
            </a:extLst>
          </p:cNvPr>
          <p:cNvSpPr txBox="1"/>
          <p:nvPr/>
        </p:nvSpPr>
        <p:spPr>
          <a:xfrm>
            <a:off x="596592" y="3639935"/>
            <a:ext cx="557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Microsoft Sans Serif"/>
                <a:cs typeface="Microsoft Sans Serif"/>
              </a:rPr>
              <a:t>TMLE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5B43562E-B6B2-31FE-2AA9-4BCFA697F06C}"/>
              </a:ext>
            </a:extLst>
          </p:cNvPr>
          <p:cNvSpPr txBox="1"/>
          <p:nvPr/>
        </p:nvSpPr>
        <p:spPr>
          <a:xfrm>
            <a:off x="7966798" y="3641356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4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6A707427-A710-E76A-EC39-49643DC17B12}"/>
              </a:ext>
            </a:extLst>
          </p:cNvPr>
          <p:cNvSpPr txBox="1"/>
          <p:nvPr/>
        </p:nvSpPr>
        <p:spPr>
          <a:xfrm>
            <a:off x="8785281" y="3641356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4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9214E2ED-95A7-3951-4D22-A3C8EAEC7C90}"/>
              </a:ext>
            </a:extLst>
          </p:cNvPr>
          <p:cNvSpPr txBox="1"/>
          <p:nvPr/>
        </p:nvSpPr>
        <p:spPr>
          <a:xfrm>
            <a:off x="9603764" y="3641356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C89538B6-77E2-5646-88B0-7F22CA645A6B}"/>
              </a:ext>
            </a:extLst>
          </p:cNvPr>
          <p:cNvSpPr txBox="1"/>
          <p:nvPr/>
        </p:nvSpPr>
        <p:spPr>
          <a:xfrm>
            <a:off x="15778226" y="3641356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A7E4CDAD-37E1-A05A-85F2-D00B455630AC}"/>
              </a:ext>
            </a:extLst>
          </p:cNvPr>
          <p:cNvSpPr txBox="1"/>
          <p:nvPr/>
        </p:nvSpPr>
        <p:spPr>
          <a:xfrm>
            <a:off x="16596707" y="3641356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E879BE65-71FF-2190-AD3B-27E086EB78F2}"/>
              </a:ext>
            </a:extLst>
          </p:cNvPr>
          <p:cNvSpPr txBox="1"/>
          <p:nvPr/>
        </p:nvSpPr>
        <p:spPr>
          <a:xfrm>
            <a:off x="17401344" y="3634723"/>
            <a:ext cx="3403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139118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3ABB895B-E15E-8A50-4897-4A534DF95E64}"/>
              </a:ext>
            </a:extLst>
          </p:cNvPr>
          <p:cNvSpPr txBox="1"/>
          <p:nvPr/>
        </p:nvSpPr>
        <p:spPr>
          <a:xfrm>
            <a:off x="596389" y="3976180"/>
            <a:ext cx="41973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Microsoft Sans Serif"/>
                <a:cs typeface="Microsoft Sans Serif"/>
              </a:rPr>
              <a:t>IPW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442DC8FA-13B6-01CF-50F4-0BDD58731A55}"/>
              </a:ext>
            </a:extLst>
          </p:cNvPr>
          <p:cNvSpPr txBox="1"/>
          <p:nvPr/>
        </p:nvSpPr>
        <p:spPr>
          <a:xfrm>
            <a:off x="7959725" y="3986332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5" dirty="0">
                <a:solidFill>
                  <a:srgbClr val="2E5C8E"/>
                </a:solidFill>
                <a:latin typeface="Arial"/>
                <a:cs typeface="Arial"/>
              </a:rPr>
              <a:t>4</a:t>
            </a:r>
            <a:r>
              <a:rPr sz="1600" b="1" spc="55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4A05F770-E121-6A2B-8048-9DE7969E2228}"/>
              </a:ext>
            </a:extLst>
          </p:cNvPr>
          <p:cNvSpPr txBox="1"/>
          <p:nvPr/>
        </p:nvSpPr>
        <p:spPr>
          <a:xfrm>
            <a:off x="8785281" y="3977602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5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FE03ABDB-99A6-6DBB-0D06-ADC2E50BA159}"/>
              </a:ext>
            </a:extLst>
          </p:cNvPr>
          <p:cNvSpPr txBox="1"/>
          <p:nvPr/>
        </p:nvSpPr>
        <p:spPr>
          <a:xfrm>
            <a:off x="15778224" y="3977602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EE922E26-3D14-7DA4-77DC-D411480F6F7D}"/>
              </a:ext>
            </a:extLst>
          </p:cNvPr>
          <p:cNvSpPr txBox="1"/>
          <p:nvPr/>
        </p:nvSpPr>
        <p:spPr>
          <a:xfrm>
            <a:off x="16596707" y="3977602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35BC9040-31D8-B85E-D26D-7B8CE2C0CF69}"/>
              </a:ext>
            </a:extLst>
          </p:cNvPr>
          <p:cNvSpPr txBox="1"/>
          <p:nvPr/>
        </p:nvSpPr>
        <p:spPr>
          <a:xfrm>
            <a:off x="17407647" y="3977602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139118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9EDDBE42-70D7-D87B-86DA-B21BD8A0876D}"/>
              </a:ext>
            </a:extLst>
          </p:cNvPr>
          <p:cNvSpPr txBox="1"/>
          <p:nvPr/>
        </p:nvSpPr>
        <p:spPr>
          <a:xfrm>
            <a:off x="596388" y="4312427"/>
            <a:ext cx="10045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Microsoft Sans Serif"/>
                <a:cs typeface="Microsoft Sans Serif"/>
              </a:rPr>
              <a:t>G-</a:t>
            </a:r>
            <a:r>
              <a:rPr sz="1600" spc="-10" dirty="0">
                <a:latin typeface="Microsoft Sans Serif"/>
                <a:cs typeface="Microsoft Sans Serif"/>
              </a:rPr>
              <a:t>Logistic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F92B76BF-60BB-D586-AE5A-68FAF1FDDA12}"/>
              </a:ext>
            </a:extLst>
          </p:cNvPr>
          <p:cNvSpPr txBox="1"/>
          <p:nvPr/>
        </p:nvSpPr>
        <p:spPr>
          <a:xfrm>
            <a:off x="8079692" y="4313848"/>
            <a:ext cx="114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05" dirty="0">
                <a:solidFill>
                  <a:srgbClr val="2E5C8E"/>
                </a:solidFill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CE464342-A112-789F-FE8A-2A078341362A}"/>
              </a:ext>
            </a:extLst>
          </p:cNvPr>
          <p:cNvSpPr txBox="1"/>
          <p:nvPr/>
        </p:nvSpPr>
        <p:spPr>
          <a:xfrm>
            <a:off x="8898174" y="4313848"/>
            <a:ext cx="114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05" dirty="0">
                <a:solidFill>
                  <a:srgbClr val="2E5C8E"/>
                </a:solidFill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DBC7C178-BCF0-342D-B079-5E7CE9F7763C}"/>
              </a:ext>
            </a:extLst>
          </p:cNvPr>
          <p:cNvSpPr txBox="1"/>
          <p:nvPr/>
        </p:nvSpPr>
        <p:spPr>
          <a:xfrm>
            <a:off x="9716658" y="4313848"/>
            <a:ext cx="114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05" dirty="0">
                <a:solidFill>
                  <a:srgbClr val="139118"/>
                </a:solidFill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41347C73-2C29-9276-D76F-BDB34A8592E3}"/>
              </a:ext>
            </a:extLst>
          </p:cNvPr>
          <p:cNvSpPr txBox="1"/>
          <p:nvPr/>
        </p:nvSpPr>
        <p:spPr>
          <a:xfrm>
            <a:off x="16596504" y="4313848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D2E46671-6AD3-6D9E-CBDA-A5D9FD628F75}"/>
              </a:ext>
            </a:extLst>
          </p:cNvPr>
          <p:cNvSpPr txBox="1"/>
          <p:nvPr/>
        </p:nvSpPr>
        <p:spPr>
          <a:xfrm>
            <a:off x="17402787" y="4309841"/>
            <a:ext cx="3403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139118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6CD1DD62-6FA9-1993-513E-9881F70FF83B}"/>
              </a:ext>
            </a:extLst>
          </p:cNvPr>
          <p:cNvSpPr txBox="1"/>
          <p:nvPr/>
        </p:nvSpPr>
        <p:spPr>
          <a:xfrm>
            <a:off x="596186" y="4648672"/>
            <a:ext cx="6153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Top-</a:t>
            </a:r>
            <a:r>
              <a:rPr sz="1600" b="1" spc="10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80484BF0-D1B7-AF1D-F6AC-6C09FACB7F61}"/>
              </a:ext>
            </a:extLst>
          </p:cNvPr>
          <p:cNvSpPr txBox="1"/>
          <p:nvPr/>
        </p:nvSpPr>
        <p:spPr>
          <a:xfrm>
            <a:off x="596186" y="4984716"/>
            <a:ext cx="8902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Microsoft Sans Serif"/>
                <a:cs typeface="Microsoft Sans Serif"/>
              </a:rPr>
              <a:t>ANCOVA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20060844-8B2E-4C78-72C9-06804091BEE0}"/>
              </a:ext>
            </a:extLst>
          </p:cNvPr>
          <p:cNvSpPr txBox="1"/>
          <p:nvPr/>
        </p:nvSpPr>
        <p:spPr>
          <a:xfrm>
            <a:off x="7966392" y="4986137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4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13C90E70-7F46-FA11-C2DE-B8F8CCC144C8}"/>
              </a:ext>
            </a:extLst>
          </p:cNvPr>
          <p:cNvSpPr txBox="1"/>
          <p:nvPr/>
        </p:nvSpPr>
        <p:spPr>
          <a:xfrm>
            <a:off x="8784875" y="4986137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1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763E5989-D6E0-2649-3EE8-B7B20FEB782E}"/>
              </a:ext>
            </a:extLst>
          </p:cNvPr>
          <p:cNvSpPr txBox="1"/>
          <p:nvPr/>
        </p:nvSpPr>
        <p:spPr>
          <a:xfrm>
            <a:off x="9601962" y="4986299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E032C0DB-6AEF-BAC3-0C85-55B389FE6556}"/>
              </a:ext>
            </a:extLst>
          </p:cNvPr>
          <p:cNvSpPr txBox="1"/>
          <p:nvPr/>
        </p:nvSpPr>
        <p:spPr>
          <a:xfrm>
            <a:off x="15777819" y="4986137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23C7AA45-B3F3-CE4D-28A3-DCD05BA4DF5C}"/>
              </a:ext>
            </a:extLst>
          </p:cNvPr>
          <p:cNvSpPr txBox="1"/>
          <p:nvPr/>
        </p:nvSpPr>
        <p:spPr>
          <a:xfrm>
            <a:off x="16596303" y="4986137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DD3D3ECA-381D-53DC-A6DA-475EF601A297}"/>
              </a:ext>
            </a:extLst>
          </p:cNvPr>
          <p:cNvSpPr txBox="1"/>
          <p:nvPr/>
        </p:nvSpPr>
        <p:spPr>
          <a:xfrm>
            <a:off x="17414785" y="4986137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22BB1D51-F244-2400-1F36-9E146B70412A}"/>
              </a:ext>
            </a:extLst>
          </p:cNvPr>
          <p:cNvSpPr txBox="1"/>
          <p:nvPr/>
        </p:nvSpPr>
        <p:spPr>
          <a:xfrm>
            <a:off x="595983" y="5320962"/>
            <a:ext cx="11703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Microsoft Sans Serif"/>
                <a:cs typeface="Microsoft Sans Serif"/>
              </a:rPr>
              <a:t>ANHECOVA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74D71B3B-2E87-1E45-E1A5-A073D3F864BC}"/>
              </a:ext>
            </a:extLst>
          </p:cNvPr>
          <p:cNvSpPr txBox="1"/>
          <p:nvPr/>
        </p:nvSpPr>
        <p:spPr>
          <a:xfrm>
            <a:off x="7966188" y="5322383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4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31F3DA9B-547B-914F-50E8-364773B98832}"/>
              </a:ext>
            </a:extLst>
          </p:cNvPr>
          <p:cNvSpPr txBox="1"/>
          <p:nvPr/>
        </p:nvSpPr>
        <p:spPr>
          <a:xfrm>
            <a:off x="8784672" y="5322383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1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39E3DF69-F9C6-A373-858C-8903C94573A0}"/>
              </a:ext>
            </a:extLst>
          </p:cNvPr>
          <p:cNvSpPr txBox="1"/>
          <p:nvPr/>
        </p:nvSpPr>
        <p:spPr>
          <a:xfrm>
            <a:off x="9601962" y="5322319"/>
            <a:ext cx="3403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F3DB95AF-7D6E-4FC2-C92C-629E575B0AA4}"/>
              </a:ext>
            </a:extLst>
          </p:cNvPr>
          <p:cNvSpPr txBox="1"/>
          <p:nvPr/>
        </p:nvSpPr>
        <p:spPr>
          <a:xfrm>
            <a:off x="15777615" y="5322383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386A7608-9DAA-FF94-7053-4C47B88CBFBE}"/>
              </a:ext>
            </a:extLst>
          </p:cNvPr>
          <p:cNvSpPr txBox="1"/>
          <p:nvPr/>
        </p:nvSpPr>
        <p:spPr>
          <a:xfrm>
            <a:off x="16596098" y="5322383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EB10729A-C99B-8FE7-83B4-780C0FB3644F}"/>
              </a:ext>
            </a:extLst>
          </p:cNvPr>
          <p:cNvSpPr txBox="1"/>
          <p:nvPr/>
        </p:nvSpPr>
        <p:spPr>
          <a:xfrm>
            <a:off x="17414581" y="5322383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AD47E2FB-E2AF-E2D7-1145-DE1FD67139F3}"/>
              </a:ext>
            </a:extLst>
          </p:cNvPr>
          <p:cNvSpPr txBox="1"/>
          <p:nvPr/>
        </p:nvSpPr>
        <p:spPr>
          <a:xfrm>
            <a:off x="595779" y="5657208"/>
            <a:ext cx="4819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40" dirty="0">
                <a:latin typeface="Microsoft Sans Serif"/>
                <a:cs typeface="Microsoft Sans Serif"/>
              </a:rPr>
              <a:t>DML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8A99BE92-3465-E22B-5916-B26E5381937D}"/>
              </a:ext>
            </a:extLst>
          </p:cNvPr>
          <p:cNvSpPr txBox="1"/>
          <p:nvPr/>
        </p:nvSpPr>
        <p:spPr>
          <a:xfrm>
            <a:off x="7965985" y="5658629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4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95104C84-ED6E-EFCB-2E80-093E8C84ABAF}"/>
              </a:ext>
            </a:extLst>
          </p:cNvPr>
          <p:cNvSpPr txBox="1"/>
          <p:nvPr/>
        </p:nvSpPr>
        <p:spPr>
          <a:xfrm>
            <a:off x="8784468" y="5658629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1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25434624-3D69-0268-24C2-30042164B887}"/>
              </a:ext>
            </a:extLst>
          </p:cNvPr>
          <p:cNvSpPr txBox="1"/>
          <p:nvPr/>
        </p:nvSpPr>
        <p:spPr>
          <a:xfrm>
            <a:off x="9602951" y="5658629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013D210C-F7B6-B504-AD1A-AA07687D1CEC}"/>
              </a:ext>
            </a:extLst>
          </p:cNvPr>
          <p:cNvSpPr txBox="1"/>
          <p:nvPr/>
        </p:nvSpPr>
        <p:spPr>
          <a:xfrm>
            <a:off x="15777412" y="5658629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F7473BD4-33F7-BF5E-A574-FF32E6F1C4C5}"/>
              </a:ext>
            </a:extLst>
          </p:cNvPr>
          <p:cNvSpPr txBox="1"/>
          <p:nvPr/>
        </p:nvSpPr>
        <p:spPr>
          <a:xfrm>
            <a:off x="16595895" y="5658629"/>
            <a:ext cx="339523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59460" algn="l"/>
              </a:tabLst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6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0CA6923A-44BB-091F-52E7-5D97C96215F9}"/>
              </a:ext>
            </a:extLst>
          </p:cNvPr>
          <p:cNvSpPr txBox="1"/>
          <p:nvPr/>
        </p:nvSpPr>
        <p:spPr>
          <a:xfrm>
            <a:off x="595577" y="5993454"/>
            <a:ext cx="557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Microsoft Sans Serif"/>
                <a:cs typeface="Microsoft Sans Serif"/>
              </a:rPr>
              <a:t>TMLE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DD4F6C10-4C1A-4C71-759F-249DF57B8DA4}"/>
              </a:ext>
            </a:extLst>
          </p:cNvPr>
          <p:cNvSpPr txBox="1"/>
          <p:nvPr/>
        </p:nvSpPr>
        <p:spPr>
          <a:xfrm>
            <a:off x="7965782" y="5994875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4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EDC691BD-BD75-8C17-977E-2EFDF7440384}"/>
              </a:ext>
            </a:extLst>
          </p:cNvPr>
          <p:cNvSpPr txBox="1"/>
          <p:nvPr/>
        </p:nvSpPr>
        <p:spPr>
          <a:xfrm>
            <a:off x="8784266" y="5994875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1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72" name="object 72">
            <a:extLst>
              <a:ext uri="{FF2B5EF4-FFF2-40B4-BE49-F238E27FC236}">
                <a16:creationId xmlns:a16="http://schemas.microsoft.com/office/drawing/2014/main" id="{E2387C4E-C843-6DD3-E383-8AC335BE61AE}"/>
              </a:ext>
            </a:extLst>
          </p:cNvPr>
          <p:cNvSpPr txBox="1"/>
          <p:nvPr/>
        </p:nvSpPr>
        <p:spPr>
          <a:xfrm>
            <a:off x="9602749" y="5994875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73" name="object 73">
            <a:extLst>
              <a:ext uri="{FF2B5EF4-FFF2-40B4-BE49-F238E27FC236}">
                <a16:creationId xmlns:a16="http://schemas.microsoft.com/office/drawing/2014/main" id="{3027F6AE-A388-5C0A-0B45-D44E56AC51C5}"/>
              </a:ext>
            </a:extLst>
          </p:cNvPr>
          <p:cNvSpPr txBox="1"/>
          <p:nvPr/>
        </p:nvSpPr>
        <p:spPr>
          <a:xfrm>
            <a:off x="15777210" y="5994875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74" name="object 74">
            <a:extLst>
              <a:ext uri="{FF2B5EF4-FFF2-40B4-BE49-F238E27FC236}">
                <a16:creationId xmlns:a16="http://schemas.microsoft.com/office/drawing/2014/main" id="{7D0AC6B2-88D3-F634-8620-F359CC7468A9}"/>
              </a:ext>
            </a:extLst>
          </p:cNvPr>
          <p:cNvSpPr txBox="1"/>
          <p:nvPr/>
        </p:nvSpPr>
        <p:spPr>
          <a:xfrm>
            <a:off x="16595693" y="5994875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75" name="object 75">
            <a:extLst>
              <a:ext uri="{FF2B5EF4-FFF2-40B4-BE49-F238E27FC236}">
                <a16:creationId xmlns:a16="http://schemas.microsoft.com/office/drawing/2014/main" id="{4C9000C3-4468-9EB1-71F5-4A8A7349635B}"/>
              </a:ext>
            </a:extLst>
          </p:cNvPr>
          <p:cNvSpPr txBox="1"/>
          <p:nvPr/>
        </p:nvSpPr>
        <p:spPr>
          <a:xfrm>
            <a:off x="17414263" y="5994875"/>
            <a:ext cx="3403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139118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76" name="object 76">
            <a:extLst>
              <a:ext uri="{FF2B5EF4-FFF2-40B4-BE49-F238E27FC236}">
                <a16:creationId xmlns:a16="http://schemas.microsoft.com/office/drawing/2014/main" id="{E482AF92-458A-22FC-0654-FC8933E2ABAD}"/>
              </a:ext>
            </a:extLst>
          </p:cNvPr>
          <p:cNvSpPr txBox="1"/>
          <p:nvPr/>
        </p:nvSpPr>
        <p:spPr>
          <a:xfrm>
            <a:off x="595373" y="6329699"/>
            <a:ext cx="41973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Microsoft Sans Serif"/>
                <a:cs typeface="Microsoft Sans Serif"/>
              </a:rPr>
              <a:t>IPW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77" name="object 77">
            <a:extLst>
              <a:ext uri="{FF2B5EF4-FFF2-40B4-BE49-F238E27FC236}">
                <a16:creationId xmlns:a16="http://schemas.microsoft.com/office/drawing/2014/main" id="{3303B3A8-34C6-DFBE-EBFD-B0687BE35E5D}"/>
              </a:ext>
            </a:extLst>
          </p:cNvPr>
          <p:cNvSpPr txBox="1"/>
          <p:nvPr/>
        </p:nvSpPr>
        <p:spPr>
          <a:xfrm>
            <a:off x="7965579" y="6331121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4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78" name="object 78">
            <a:extLst>
              <a:ext uri="{FF2B5EF4-FFF2-40B4-BE49-F238E27FC236}">
                <a16:creationId xmlns:a16="http://schemas.microsoft.com/office/drawing/2014/main" id="{6EE9AE86-E1ED-271F-4F80-5ECA61F7C7BC}"/>
              </a:ext>
            </a:extLst>
          </p:cNvPr>
          <p:cNvSpPr txBox="1"/>
          <p:nvPr/>
        </p:nvSpPr>
        <p:spPr>
          <a:xfrm>
            <a:off x="8784062" y="6331121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1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79" name="object 79">
            <a:extLst>
              <a:ext uri="{FF2B5EF4-FFF2-40B4-BE49-F238E27FC236}">
                <a16:creationId xmlns:a16="http://schemas.microsoft.com/office/drawing/2014/main" id="{7209066C-3D93-B5CD-880A-E3FF0CEF60D0}"/>
              </a:ext>
            </a:extLst>
          </p:cNvPr>
          <p:cNvSpPr txBox="1"/>
          <p:nvPr/>
        </p:nvSpPr>
        <p:spPr>
          <a:xfrm>
            <a:off x="9602545" y="6331121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80" name="object 80">
            <a:extLst>
              <a:ext uri="{FF2B5EF4-FFF2-40B4-BE49-F238E27FC236}">
                <a16:creationId xmlns:a16="http://schemas.microsoft.com/office/drawing/2014/main" id="{1321B7F6-64BD-67B4-4D5D-A75249986568}"/>
              </a:ext>
            </a:extLst>
          </p:cNvPr>
          <p:cNvSpPr txBox="1"/>
          <p:nvPr/>
        </p:nvSpPr>
        <p:spPr>
          <a:xfrm>
            <a:off x="15777005" y="6331121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81" name="object 81">
            <a:extLst>
              <a:ext uri="{FF2B5EF4-FFF2-40B4-BE49-F238E27FC236}">
                <a16:creationId xmlns:a16="http://schemas.microsoft.com/office/drawing/2014/main" id="{29195D9C-24F2-E600-BBE7-0B4BC8B7A13C}"/>
              </a:ext>
            </a:extLst>
          </p:cNvPr>
          <p:cNvSpPr txBox="1"/>
          <p:nvPr/>
        </p:nvSpPr>
        <p:spPr>
          <a:xfrm>
            <a:off x="16595489" y="6331121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82" name="object 82">
            <a:extLst>
              <a:ext uri="{FF2B5EF4-FFF2-40B4-BE49-F238E27FC236}">
                <a16:creationId xmlns:a16="http://schemas.microsoft.com/office/drawing/2014/main" id="{62A7CC7F-E4E1-76A1-940B-C75A3BCB2962}"/>
              </a:ext>
            </a:extLst>
          </p:cNvPr>
          <p:cNvSpPr txBox="1"/>
          <p:nvPr/>
        </p:nvSpPr>
        <p:spPr>
          <a:xfrm>
            <a:off x="17414682" y="6331121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139118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83" name="object 83">
            <a:extLst>
              <a:ext uri="{FF2B5EF4-FFF2-40B4-BE49-F238E27FC236}">
                <a16:creationId xmlns:a16="http://schemas.microsoft.com/office/drawing/2014/main" id="{B1226532-6FB0-1350-564D-F58A4F882122}"/>
              </a:ext>
            </a:extLst>
          </p:cNvPr>
          <p:cNvSpPr txBox="1"/>
          <p:nvPr/>
        </p:nvSpPr>
        <p:spPr>
          <a:xfrm>
            <a:off x="595170" y="6665946"/>
            <a:ext cx="10045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Microsoft Sans Serif"/>
                <a:cs typeface="Microsoft Sans Serif"/>
              </a:rPr>
              <a:t>G-</a:t>
            </a:r>
            <a:r>
              <a:rPr sz="1600" spc="-10" dirty="0">
                <a:latin typeface="Microsoft Sans Serif"/>
                <a:cs typeface="Microsoft Sans Serif"/>
              </a:rPr>
              <a:t>Logistic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84" name="object 84">
            <a:extLst>
              <a:ext uri="{FF2B5EF4-FFF2-40B4-BE49-F238E27FC236}">
                <a16:creationId xmlns:a16="http://schemas.microsoft.com/office/drawing/2014/main" id="{C5A0BA3E-9287-C510-B118-4919F408F555}"/>
              </a:ext>
            </a:extLst>
          </p:cNvPr>
          <p:cNvSpPr txBox="1"/>
          <p:nvPr/>
        </p:nvSpPr>
        <p:spPr>
          <a:xfrm>
            <a:off x="8078676" y="6667368"/>
            <a:ext cx="114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05" dirty="0">
                <a:solidFill>
                  <a:srgbClr val="2E5C8E"/>
                </a:solidFill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</p:txBody>
      </p:sp>
      <p:sp>
        <p:nvSpPr>
          <p:cNvPr id="85" name="object 85">
            <a:extLst>
              <a:ext uri="{FF2B5EF4-FFF2-40B4-BE49-F238E27FC236}">
                <a16:creationId xmlns:a16="http://schemas.microsoft.com/office/drawing/2014/main" id="{2430EBCA-451D-9D90-9EA9-ACE21C9DEDE1}"/>
              </a:ext>
            </a:extLst>
          </p:cNvPr>
          <p:cNvSpPr txBox="1"/>
          <p:nvPr/>
        </p:nvSpPr>
        <p:spPr>
          <a:xfrm>
            <a:off x="8897160" y="6667368"/>
            <a:ext cx="114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05" dirty="0">
                <a:solidFill>
                  <a:srgbClr val="2E5C8E"/>
                </a:solidFill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</p:txBody>
      </p:sp>
      <p:sp>
        <p:nvSpPr>
          <p:cNvPr id="86" name="object 86">
            <a:extLst>
              <a:ext uri="{FF2B5EF4-FFF2-40B4-BE49-F238E27FC236}">
                <a16:creationId xmlns:a16="http://schemas.microsoft.com/office/drawing/2014/main" id="{A53C144D-2FB8-D458-062F-8F6BA0F99C18}"/>
              </a:ext>
            </a:extLst>
          </p:cNvPr>
          <p:cNvSpPr txBox="1"/>
          <p:nvPr/>
        </p:nvSpPr>
        <p:spPr>
          <a:xfrm>
            <a:off x="9715643" y="6667368"/>
            <a:ext cx="114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05" dirty="0">
                <a:solidFill>
                  <a:srgbClr val="139118"/>
                </a:solidFill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</p:txBody>
      </p:sp>
      <p:sp>
        <p:nvSpPr>
          <p:cNvPr id="87" name="object 87">
            <a:extLst>
              <a:ext uri="{FF2B5EF4-FFF2-40B4-BE49-F238E27FC236}">
                <a16:creationId xmlns:a16="http://schemas.microsoft.com/office/drawing/2014/main" id="{B1972359-5B9C-7F16-EB81-0DF6DEE548FE}"/>
              </a:ext>
            </a:extLst>
          </p:cNvPr>
          <p:cNvSpPr txBox="1"/>
          <p:nvPr/>
        </p:nvSpPr>
        <p:spPr>
          <a:xfrm>
            <a:off x="15777007" y="6667368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88" name="object 88">
            <a:extLst>
              <a:ext uri="{FF2B5EF4-FFF2-40B4-BE49-F238E27FC236}">
                <a16:creationId xmlns:a16="http://schemas.microsoft.com/office/drawing/2014/main" id="{FBE6B63E-46BC-C258-497C-70DFAC965414}"/>
              </a:ext>
            </a:extLst>
          </p:cNvPr>
          <p:cNvSpPr txBox="1"/>
          <p:nvPr/>
        </p:nvSpPr>
        <p:spPr>
          <a:xfrm>
            <a:off x="16595490" y="6667368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89" name="object 89">
            <a:extLst>
              <a:ext uri="{FF2B5EF4-FFF2-40B4-BE49-F238E27FC236}">
                <a16:creationId xmlns:a16="http://schemas.microsoft.com/office/drawing/2014/main" id="{8E59C288-FE76-1063-C7FA-D2A403D0F04B}"/>
              </a:ext>
            </a:extLst>
          </p:cNvPr>
          <p:cNvSpPr txBox="1"/>
          <p:nvPr/>
        </p:nvSpPr>
        <p:spPr>
          <a:xfrm>
            <a:off x="17414263" y="6677921"/>
            <a:ext cx="3403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139118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90" name="object 90">
            <a:extLst>
              <a:ext uri="{FF2B5EF4-FFF2-40B4-BE49-F238E27FC236}">
                <a16:creationId xmlns:a16="http://schemas.microsoft.com/office/drawing/2014/main" id="{1A5D95AC-FAF5-6CC0-B58C-5F454A6419E4}"/>
              </a:ext>
            </a:extLst>
          </p:cNvPr>
          <p:cNvSpPr txBox="1"/>
          <p:nvPr/>
        </p:nvSpPr>
        <p:spPr>
          <a:xfrm>
            <a:off x="595170" y="7002192"/>
            <a:ext cx="10217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Arial"/>
                <a:cs typeface="Arial"/>
              </a:rPr>
              <a:t>Baseline+</a:t>
            </a:r>
            <a:endParaRPr sz="1600">
              <a:latin typeface="Arial"/>
              <a:cs typeface="Arial"/>
            </a:endParaRPr>
          </a:p>
        </p:txBody>
      </p:sp>
      <p:sp>
        <p:nvSpPr>
          <p:cNvPr id="91" name="object 91">
            <a:extLst>
              <a:ext uri="{FF2B5EF4-FFF2-40B4-BE49-F238E27FC236}">
                <a16:creationId xmlns:a16="http://schemas.microsoft.com/office/drawing/2014/main" id="{A7D274ED-4EE4-D0C3-F426-F1E67806A182}"/>
              </a:ext>
            </a:extLst>
          </p:cNvPr>
          <p:cNvSpPr txBox="1"/>
          <p:nvPr/>
        </p:nvSpPr>
        <p:spPr>
          <a:xfrm>
            <a:off x="595170" y="7338235"/>
            <a:ext cx="8902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Microsoft Sans Serif"/>
                <a:cs typeface="Microsoft Sans Serif"/>
              </a:rPr>
              <a:t>ANCOVA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92" name="object 92">
            <a:extLst>
              <a:ext uri="{FF2B5EF4-FFF2-40B4-BE49-F238E27FC236}">
                <a16:creationId xmlns:a16="http://schemas.microsoft.com/office/drawing/2014/main" id="{9584F79F-33DA-5E85-0ED6-C87ADC71E704}"/>
              </a:ext>
            </a:extLst>
          </p:cNvPr>
          <p:cNvSpPr txBox="1"/>
          <p:nvPr/>
        </p:nvSpPr>
        <p:spPr>
          <a:xfrm>
            <a:off x="7965376" y="7339657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1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60B18AE1-4E8D-0E94-10D8-2B5F1FEA41FD}"/>
              </a:ext>
            </a:extLst>
          </p:cNvPr>
          <p:cNvSpPr txBox="1"/>
          <p:nvPr/>
        </p:nvSpPr>
        <p:spPr>
          <a:xfrm>
            <a:off x="8783859" y="7339657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1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94" name="object 94">
            <a:extLst>
              <a:ext uri="{FF2B5EF4-FFF2-40B4-BE49-F238E27FC236}">
                <a16:creationId xmlns:a16="http://schemas.microsoft.com/office/drawing/2014/main" id="{601301F2-DCAA-7CFD-C3C5-79478DE13D7D}"/>
              </a:ext>
            </a:extLst>
          </p:cNvPr>
          <p:cNvSpPr txBox="1"/>
          <p:nvPr/>
        </p:nvSpPr>
        <p:spPr>
          <a:xfrm>
            <a:off x="9601962" y="7338431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95" name="object 95">
            <a:extLst>
              <a:ext uri="{FF2B5EF4-FFF2-40B4-BE49-F238E27FC236}">
                <a16:creationId xmlns:a16="http://schemas.microsoft.com/office/drawing/2014/main" id="{C0333648-7CA2-519C-1709-C12D7B3BE7E2}"/>
              </a:ext>
            </a:extLst>
          </p:cNvPr>
          <p:cNvSpPr txBox="1"/>
          <p:nvPr/>
        </p:nvSpPr>
        <p:spPr>
          <a:xfrm>
            <a:off x="15776804" y="7339657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96" name="object 96">
            <a:extLst>
              <a:ext uri="{FF2B5EF4-FFF2-40B4-BE49-F238E27FC236}">
                <a16:creationId xmlns:a16="http://schemas.microsoft.com/office/drawing/2014/main" id="{64CC65B7-5F4C-D04B-3291-628D847D8A14}"/>
              </a:ext>
            </a:extLst>
          </p:cNvPr>
          <p:cNvSpPr txBox="1"/>
          <p:nvPr/>
        </p:nvSpPr>
        <p:spPr>
          <a:xfrm>
            <a:off x="16595287" y="7339657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6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97" name="object 97">
            <a:extLst>
              <a:ext uri="{FF2B5EF4-FFF2-40B4-BE49-F238E27FC236}">
                <a16:creationId xmlns:a16="http://schemas.microsoft.com/office/drawing/2014/main" id="{390F0843-CDAF-1E7F-DE51-A3C890A551D3}"/>
              </a:ext>
            </a:extLst>
          </p:cNvPr>
          <p:cNvSpPr txBox="1"/>
          <p:nvPr/>
        </p:nvSpPr>
        <p:spPr>
          <a:xfrm>
            <a:off x="17413771" y="7339657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98" name="object 98">
            <a:extLst>
              <a:ext uri="{FF2B5EF4-FFF2-40B4-BE49-F238E27FC236}">
                <a16:creationId xmlns:a16="http://schemas.microsoft.com/office/drawing/2014/main" id="{C4129263-4346-49D4-388E-FA4BDD45AA6C}"/>
              </a:ext>
            </a:extLst>
          </p:cNvPr>
          <p:cNvSpPr txBox="1"/>
          <p:nvPr/>
        </p:nvSpPr>
        <p:spPr>
          <a:xfrm>
            <a:off x="594968" y="7674481"/>
            <a:ext cx="11703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Microsoft Sans Serif"/>
                <a:cs typeface="Microsoft Sans Serif"/>
              </a:rPr>
              <a:t>ANHECOVA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99" name="object 99">
            <a:extLst>
              <a:ext uri="{FF2B5EF4-FFF2-40B4-BE49-F238E27FC236}">
                <a16:creationId xmlns:a16="http://schemas.microsoft.com/office/drawing/2014/main" id="{35C14552-826E-89F2-FC62-3E7AC7020CD7}"/>
              </a:ext>
            </a:extLst>
          </p:cNvPr>
          <p:cNvSpPr txBox="1"/>
          <p:nvPr/>
        </p:nvSpPr>
        <p:spPr>
          <a:xfrm>
            <a:off x="7965174" y="7675902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1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00" name="object 100">
            <a:extLst>
              <a:ext uri="{FF2B5EF4-FFF2-40B4-BE49-F238E27FC236}">
                <a16:creationId xmlns:a16="http://schemas.microsoft.com/office/drawing/2014/main" id="{C6B1FA42-B803-49AF-0818-4B6E14E422B1}"/>
              </a:ext>
            </a:extLst>
          </p:cNvPr>
          <p:cNvSpPr txBox="1"/>
          <p:nvPr/>
        </p:nvSpPr>
        <p:spPr>
          <a:xfrm>
            <a:off x="8783656" y="7675902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1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01" name="object 101">
            <a:extLst>
              <a:ext uri="{FF2B5EF4-FFF2-40B4-BE49-F238E27FC236}">
                <a16:creationId xmlns:a16="http://schemas.microsoft.com/office/drawing/2014/main" id="{AA5957C9-45C2-5EC1-CE12-824805B5BA62}"/>
              </a:ext>
            </a:extLst>
          </p:cNvPr>
          <p:cNvSpPr txBox="1"/>
          <p:nvPr/>
        </p:nvSpPr>
        <p:spPr>
          <a:xfrm>
            <a:off x="9601962" y="7674450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2" name="object 102">
            <a:extLst>
              <a:ext uri="{FF2B5EF4-FFF2-40B4-BE49-F238E27FC236}">
                <a16:creationId xmlns:a16="http://schemas.microsoft.com/office/drawing/2014/main" id="{C643226D-6717-A7A1-1D14-91741491E22D}"/>
              </a:ext>
            </a:extLst>
          </p:cNvPr>
          <p:cNvSpPr txBox="1"/>
          <p:nvPr/>
        </p:nvSpPr>
        <p:spPr>
          <a:xfrm>
            <a:off x="15776601" y="7675902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03" name="object 103">
            <a:extLst>
              <a:ext uri="{FF2B5EF4-FFF2-40B4-BE49-F238E27FC236}">
                <a16:creationId xmlns:a16="http://schemas.microsoft.com/office/drawing/2014/main" id="{FCA20CC9-7509-85E4-93EE-17F5EEFEC62F}"/>
              </a:ext>
            </a:extLst>
          </p:cNvPr>
          <p:cNvSpPr txBox="1"/>
          <p:nvPr/>
        </p:nvSpPr>
        <p:spPr>
          <a:xfrm>
            <a:off x="16597059" y="7662640"/>
            <a:ext cx="3403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4" name="object 104">
            <a:extLst>
              <a:ext uri="{FF2B5EF4-FFF2-40B4-BE49-F238E27FC236}">
                <a16:creationId xmlns:a16="http://schemas.microsoft.com/office/drawing/2014/main" id="{F76E7DA1-C384-DAED-033F-FAF06F357301}"/>
              </a:ext>
            </a:extLst>
          </p:cNvPr>
          <p:cNvSpPr txBox="1"/>
          <p:nvPr/>
        </p:nvSpPr>
        <p:spPr>
          <a:xfrm>
            <a:off x="17413566" y="7675902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5" name="object 105">
            <a:extLst>
              <a:ext uri="{FF2B5EF4-FFF2-40B4-BE49-F238E27FC236}">
                <a16:creationId xmlns:a16="http://schemas.microsoft.com/office/drawing/2014/main" id="{2886DA9C-6056-A289-8F95-CB4D2D80AA87}"/>
              </a:ext>
            </a:extLst>
          </p:cNvPr>
          <p:cNvSpPr txBox="1"/>
          <p:nvPr/>
        </p:nvSpPr>
        <p:spPr>
          <a:xfrm>
            <a:off x="594764" y="8010727"/>
            <a:ext cx="4819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40" dirty="0">
                <a:latin typeface="Microsoft Sans Serif"/>
                <a:cs typeface="Microsoft Sans Serif"/>
              </a:rPr>
              <a:t>DML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06" name="object 106">
            <a:extLst>
              <a:ext uri="{FF2B5EF4-FFF2-40B4-BE49-F238E27FC236}">
                <a16:creationId xmlns:a16="http://schemas.microsoft.com/office/drawing/2014/main" id="{673007AD-509F-D496-307B-99CC69213CF1}"/>
              </a:ext>
            </a:extLst>
          </p:cNvPr>
          <p:cNvSpPr txBox="1"/>
          <p:nvPr/>
        </p:nvSpPr>
        <p:spPr>
          <a:xfrm>
            <a:off x="7964970" y="8012148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1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07" name="object 107">
            <a:extLst>
              <a:ext uri="{FF2B5EF4-FFF2-40B4-BE49-F238E27FC236}">
                <a16:creationId xmlns:a16="http://schemas.microsoft.com/office/drawing/2014/main" id="{562AF573-913B-E371-17A4-E030D202379D}"/>
              </a:ext>
            </a:extLst>
          </p:cNvPr>
          <p:cNvSpPr txBox="1"/>
          <p:nvPr/>
        </p:nvSpPr>
        <p:spPr>
          <a:xfrm>
            <a:off x="8783453" y="8012148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1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08" name="object 108">
            <a:extLst>
              <a:ext uri="{FF2B5EF4-FFF2-40B4-BE49-F238E27FC236}">
                <a16:creationId xmlns:a16="http://schemas.microsoft.com/office/drawing/2014/main" id="{33CD2A23-2D73-75E0-0E5F-1EEB37FEAA56}"/>
              </a:ext>
            </a:extLst>
          </p:cNvPr>
          <p:cNvSpPr txBox="1"/>
          <p:nvPr/>
        </p:nvSpPr>
        <p:spPr>
          <a:xfrm>
            <a:off x="9601937" y="8012148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9" name="object 109">
            <a:extLst>
              <a:ext uri="{FF2B5EF4-FFF2-40B4-BE49-F238E27FC236}">
                <a16:creationId xmlns:a16="http://schemas.microsoft.com/office/drawing/2014/main" id="{727ADA91-A988-AD6C-527A-19432843609C}"/>
              </a:ext>
            </a:extLst>
          </p:cNvPr>
          <p:cNvSpPr txBox="1"/>
          <p:nvPr/>
        </p:nvSpPr>
        <p:spPr>
          <a:xfrm>
            <a:off x="15776398" y="8012148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10" name="object 110">
            <a:extLst>
              <a:ext uri="{FF2B5EF4-FFF2-40B4-BE49-F238E27FC236}">
                <a16:creationId xmlns:a16="http://schemas.microsoft.com/office/drawing/2014/main" id="{95FF23FA-2AF1-3B5F-86F1-3708D104AF7B}"/>
              </a:ext>
            </a:extLst>
          </p:cNvPr>
          <p:cNvSpPr txBox="1"/>
          <p:nvPr/>
        </p:nvSpPr>
        <p:spPr>
          <a:xfrm>
            <a:off x="16603487" y="8005516"/>
            <a:ext cx="3403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lang="en-US"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11" name="object 111">
            <a:extLst>
              <a:ext uri="{FF2B5EF4-FFF2-40B4-BE49-F238E27FC236}">
                <a16:creationId xmlns:a16="http://schemas.microsoft.com/office/drawing/2014/main" id="{162D1438-8F47-29EA-898E-0884B828552A}"/>
              </a:ext>
            </a:extLst>
          </p:cNvPr>
          <p:cNvSpPr txBox="1"/>
          <p:nvPr/>
        </p:nvSpPr>
        <p:spPr>
          <a:xfrm>
            <a:off x="17418270" y="8010471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139118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12" name="object 112">
            <a:extLst>
              <a:ext uri="{FF2B5EF4-FFF2-40B4-BE49-F238E27FC236}">
                <a16:creationId xmlns:a16="http://schemas.microsoft.com/office/drawing/2014/main" id="{F20277BE-9847-0A62-728C-17463D57681D}"/>
              </a:ext>
            </a:extLst>
          </p:cNvPr>
          <p:cNvSpPr txBox="1"/>
          <p:nvPr/>
        </p:nvSpPr>
        <p:spPr>
          <a:xfrm>
            <a:off x="594561" y="8346974"/>
            <a:ext cx="557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Microsoft Sans Serif"/>
                <a:cs typeface="Microsoft Sans Serif"/>
              </a:rPr>
              <a:t>TMLE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13" name="object 113">
            <a:extLst>
              <a:ext uri="{FF2B5EF4-FFF2-40B4-BE49-F238E27FC236}">
                <a16:creationId xmlns:a16="http://schemas.microsoft.com/office/drawing/2014/main" id="{BA1F1C86-CDF4-2936-C08A-6F24DE10332A}"/>
              </a:ext>
            </a:extLst>
          </p:cNvPr>
          <p:cNvSpPr txBox="1"/>
          <p:nvPr/>
        </p:nvSpPr>
        <p:spPr>
          <a:xfrm>
            <a:off x="7964768" y="8348395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3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14" name="object 114">
            <a:extLst>
              <a:ext uri="{FF2B5EF4-FFF2-40B4-BE49-F238E27FC236}">
                <a16:creationId xmlns:a16="http://schemas.microsoft.com/office/drawing/2014/main" id="{AC1C751E-C69D-7C43-F31B-E3C122F4C8BF}"/>
              </a:ext>
            </a:extLst>
          </p:cNvPr>
          <p:cNvSpPr txBox="1"/>
          <p:nvPr/>
        </p:nvSpPr>
        <p:spPr>
          <a:xfrm>
            <a:off x="8783250" y="8348395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1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15" name="object 115">
            <a:extLst>
              <a:ext uri="{FF2B5EF4-FFF2-40B4-BE49-F238E27FC236}">
                <a16:creationId xmlns:a16="http://schemas.microsoft.com/office/drawing/2014/main" id="{551810A1-7EF6-13B5-7508-5B49D4596E52}"/>
              </a:ext>
            </a:extLst>
          </p:cNvPr>
          <p:cNvSpPr txBox="1"/>
          <p:nvPr/>
        </p:nvSpPr>
        <p:spPr>
          <a:xfrm>
            <a:off x="9601734" y="8348395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6" name="object 116">
            <a:extLst>
              <a:ext uri="{FF2B5EF4-FFF2-40B4-BE49-F238E27FC236}">
                <a16:creationId xmlns:a16="http://schemas.microsoft.com/office/drawing/2014/main" id="{B2E4EE8C-40E2-3B34-4675-00E05C6A7317}"/>
              </a:ext>
            </a:extLst>
          </p:cNvPr>
          <p:cNvSpPr txBox="1"/>
          <p:nvPr/>
        </p:nvSpPr>
        <p:spPr>
          <a:xfrm>
            <a:off x="15776195" y="8348395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17" name="object 117">
            <a:extLst>
              <a:ext uri="{FF2B5EF4-FFF2-40B4-BE49-F238E27FC236}">
                <a16:creationId xmlns:a16="http://schemas.microsoft.com/office/drawing/2014/main" id="{67EC6D9C-3660-AE4D-6FA4-D7B3EC2B85A0}"/>
              </a:ext>
            </a:extLst>
          </p:cNvPr>
          <p:cNvSpPr txBox="1"/>
          <p:nvPr/>
        </p:nvSpPr>
        <p:spPr>
          <a:xfrm>
            <a:off x="16603285" y="8348395"/>
            <a:ext cx="3403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0%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18" name="object 118">
            <a:extLst>
              <a:ext uri="{FF2B5EF4-FFF2-40B4-BE49-F238E27FC236}">
                <a16:creationId xmlns:a16="http://schemas.microsoft.com/office/drawing/2014/main" id="{39139BBF-A9CB-481B-054D-18CD590E0C63}"/>
              </a:ext>
            </a:extLst>
          </p:cNvPr>
          <p:cNvSpPr txBox="1"/>
          <p:nvPr/>
        </p:nvSpPr>
        <p:spPr>
          <a:xfrm>
            <a:off x="17418555" y="8346490"/>
            <a:ext cx="3403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139118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19" name="object 119">
            <a:extLst>
              <a:ext uri="{FF2B5EF4-FFF2-40B4-BE49-F238E27FC236}">
                <a16:creationId xmlns:a16="http://schemas.microsoft.com/office/drawing/2014/main" id="{E0632496-9FBE-DABD-9B29-D3D12A66DF5B}"/>
              </a:ext>
            </a:extLst>
          </p:cNvPr>
          <p:cNvSpPr txBox="1"/>
          <p:nvPr/>
        </p:nvSpPr>
        <p:spPr>
          <a:xfrm>
            <a:off x="594359" y="8683220"/>
            <a:ext cx="41973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Microsoft Sans Serif"/>
                <a:cs typeface="Microsoft Sans Serif"/>
              </a:rPr>
              <a:t>IPW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20" name="object 120">
            <a:extLst>
              <a:ext uri="{FF2B5EF4-FFF2-40B4-BE49-F238E27FC236}">
                <a16:creationId xmlns:a16="http://schemas.microsoft.com/office/drawing/2014/main" id="{0CD6A7F4-584A-3FC8-4F67-3B2455C54718}"/>
              </a:ext>
            </a:extLst>
          </p:cNvPr>
          <p:cNvSpPr txBox="1"/>
          <p:nvPr/>
        </p:nvSpPr>
        <p:spPr>
          <a:xfrm>
            <a:off x="7964565" y="8684641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3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21" name="object 121">
            <a:extLst>
              <a:ext uri="{FF2B5EF4-FFF2-40B4-BE49-F238E27FC236}">
                <a16:creationId xmlns:a16="http://schemas.microsoft.com/office/drawing/2014/main" id="{A9DBA771-62DE-2587-6E83-72A2D7204220}"/>
              </a:ext>
            </a:extLst>
          </p:cNvPr>
          <p:cNvSpPr txBox="1"/>
          <p:nvPr/>
        </p:nvSpPr>
        <p:spPr>
          <a:xfrm>
            <a:off x="8783048" y="8684641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2E5C8E"/>
                </a:solidFill>
                <a:latin typeface="Arial"/>
                <a:cs typeface="Arial"/>
              </a:rPr>
              <a:t>1</a:t>
            </a:r>
            <a:r>
              <a:rPr sz="1600" b="1" spc="50" dirty="0">
                <a:solidFill>
                  <a:srgbClr val="2E5C8E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22" name="object 122">
            <a:extLst>
              <a:ext uri="{FF2B5EF4-FFF2-40B4-BE49-F238E27FC236}">
                <a16:creationId xmlns:a16="http://schemas.microsoft.com/office/drawing/2014/main" id="{EDCA57F4-7F5D-6E84-7CBA-A5A5F88AB3CD}"/>
              </a:ext>
            </a:extLst>
          </p:cNvPr>
          <p:cNvSpPr txBox="1"/>
          <p:nvPr/>
        </p:nvSpPr>
        <p:spPr>
          <a:xfrm>
            <a:off x="9604171" y="8683220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3" name="object 123">
            <a:extLst>
              <a:ext uri="{FF2B5EF4-FFF2-40B4-BE49-F238E27FC236}">
                <a16:creationId xmlns:a16="http://schemas.microsoft.com/office/drawing/2014/main" id="{1E0C4019-D549-4069-A71B-FFA4BCC183E8}"/>
              </a:ext>
            </a:extLst>
          </p:cNvPr>
          <p:cNvSpPr txBox="1"/>
          <p:nvPr/>
        </p:nvSpPr>
        <p:spPr>
          <a:xfrm>
            <a:off x="15778632" y="8683220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24" name="object 124">
            <a:extLst>
              <a:ext uri="{FF2B5EF4-FFF2-40B4-BE49-F238E27FC236}">
                <a16:creationId xmlns:a16="http://schemas.microsoft.com/office/drawing/2014/main" id="{9AF854EB-D003-E2F4-FE9F-C75CEA50B97A}"/>
              </a:ext>
            </a:extLst>
          </p:cNvPr>
          <p:cNvSpPr txBox="1"/>
          <p:nvPr/>
        </p:nvSpPr>
        <p:spPr>
          <a:xfrm>
            <a:off x="16597115" y="8683220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25" name="object 125">
            <a:extLst>
              <a:ext uri="{FF2B5EF4-FFF2-40B4-BE49-F238E27FC236}">
                <a16:creationId xmlns:a16="http://schemas.microsoft.com/office/drawing/2014/main" id="{B978CF2D-2739-3977-20DA-0FD6A102B157}"/>
              </a:ext>
            </a:extLst>
          </p:cNvPr>
          <p:cNvSpPr txBox="1"/>
          <p:nvPr/>
        </p:nvSpPr>
        <p:spPr>
          <a:xfrm>
            <a:off x="17414581" y="8683220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26" name="object 126">
            <a:extLst>
              <a:ext uri="{FF2B5EF4-FFF2-40B4-BE49-F238E27FC236}">
                <a16:creationId xmlns:a16="http://schemas.microsoft.com/office/drawing/2014/main" id="{56714294-B5A0-BB74-4A1B-495F20CB1582}"/>
              </a:ext>
            </a:extLst>
          </p:cNvPr>
          <p:cNvSpPr txBox="1"/>
          <p:nvPr/>
        </p:nvSpPr>
        <p:spPr>
          <a:xfrm>
            <a:off x="596998" y="9018044"/>
            <a:ext cx="10045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Microsoft Sans Serif"/>
                <a:cs typeface="Microsoft Sans Serif"/>
              </a:rPr>
              <a:t>G-</a:t>
            </a:r>
            <a:r>
              <a:rPr sz="1600" spc="-10" dirty="0">
                <a:latin typeface="Microsoft Sans Serif"/>
                <a:cs typeface="Microsoft Sans Serif"/>
              </a:rPr>
              <a:t>Logistic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27" name="object 127">
            <a:extLst>
              <a:ext uri="{FF2B5EF4-FFF2-40B4-BE49-F238E27FC236}">
                <a16:creationId xmlns:a16="http://schemas.microsoft.com/office/drawing/2014/main" id="{99A10B14-FA02-2060-11F0-88E84555DF12}"/>
              </a:ext>
            </a:extLst>
          </p:cNvPr>
          <p:cNvSpPr txBox="1"/>
          <p:nvPr/>
        </p:nvSpPr>
        <p:spPr>
          <a:xfrm>
            <a:off x="8080302" y="9019465"/>
            <a:ext cx="114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05" dirty="0">
                <a:solidFill>
                  <a:srgbClr val="2E5C8E"/>
                </a:solidFill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8" name="object 128">
            <a:extLst>
              <a:ext uri="{FF2B5EF4-FFF2-40B4-BE49-F238E27FC236}">
                <a16:creationId xmlns:a16="http://schemas.microsoft.com/office/drawing/2014/main" id="{050A9F2A-43E1-5D04-5BCE-5DAFCD59F848}"/>
              </a:ext>
            </a:extLst>
          </p:cNvPr>
          <p:cNvSpPr txBox="1"/>
          <p:nvPr/>
        </p:nvSpPr>
        <p:spPr>
          <a:xfrm>
            <a:off x="8898784" y="9019465"/>
            <a:ext cx="114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05" dirty="0">
                <a:solidFill>
                  <a:srgbClr val="2E5C8E"/>
                </a:solidFill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9" name="object 129">
            <a:extLst>
              <a:ext uri="{FF2B5EF4-FFF2-40B4-BE49-F238E27FC236}">
                <a16:creationId xmlns:a16="http://schemas.microsoft.com/office/drawing/2014/main" id="{2664A2B5-7A5B-818E-2FBC-76F1CD200634}"/>
              </a:ext>
            </a:extLst>
          </p:cNvPr>
          <p:cNvSpPr txBox="1"/>
          <p:nvPr/>
        </p:nvSpPr>
        <p:spPr>
          <a:xfrm>
            <a:off x="9717268" y="9019465"/>
            <a:ext cx="114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05" dirty="0">
                <a:solidFill>
                  <a:srgbClr val="139118"/>
                </a:solidFill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0" name="object 130">
            <a:extLst>
              <a:ext uri="{FF2B5EF4-FFF2-40B4-BE49-F238E27FC236}">
                <a16:creationId xmlns:a16="http://schemas.microsoft.com/office/drawing/2014/main" id="{CC323213-2E86-7E05-E6F4-CEC9FBDE6DD0}"/>
              </a:ext>
            </a:extLst>
          </p:cNvPr>
          <p:cNvSpPr txBox="1"/>
          <p:nvPr/>
        </p:nvSpPr>
        <p:spPr>
          <a:xfrm>
            <a:off x="15778601" y="9019396"/>
            <a:ext cx="3403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31" name="object 131">
            <a:extLst>
              <a:ext uri="{FF2B5EF4-FFF2-40B4-BE49-F238E27FC236}">
                <a16:creationId xmlns:a16="http://schemas.microsoft.com/office/drawing/2014/main" id="{E7CFCF7E-AE82-7CD5-9523-54EF1870AC04}"/>
              </a:ext>
            </a:extLst>
          </p:cNvPr>
          <p:cNvSpPr txBox="1"/>
          <p:nvPr/>
        </p:nvSpPr>
        <p:spPr>
          <a:xfrm>
            <a:off x="16597086" y="9019396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6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32" name="object 132">
            <a:extLst>
              <a:ext uri="{FF2B5EF4-FFF2-40B4-BE49-F238E27FC236}">
                <a16:creationId xmlns:a16="http://schemas.microsoft.com/office/drawing/2014/main" id="{4A5F9E87-8F33-C534-4644-6B002D15B903}"/>
              </a:ext>
            </a:extLst>
          </p:cNvPr>
          <p:cNvSpPr txBox="1"/>
          <p:nvPr/>
        </p:nvSpPr>
        <p:spPr>
          <a:xfrm>
            <a:off x="17414581" y="9023350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133" name="object 133">
            <a:extLst>
              <a:ext uri="{FF2B5EF4-FFF2-40B4-BE49-F238E27FC236}">
                <a16:creationId xmlns:a16="http://schemas.microsoft.com/office/drawing/2014/main" id="{1E19DED6-5173-2DBA-6175-06BE98B1B111}"/>
              </a:ext>
            </a:extLst>
          </p:cNvPr>
          <p:cNvGrpSpPr/>
          <p:nvPr/>
        </p:nvGrpSpPr>
        <p:grpSpPr>
          <a:xfrm>
            <a:off x="6177070" y="6325534"/>
            <a:ext cx="293579" cy="287657"/>
            <a:chOff x="6177070" y="6325534"/>
            <a:chExt cx="293579" cy="287657"/>
          </a:xfrm>
        </p:grpSpPr>
        <p:sp>
          <p:nvSpPr>
            <p:cNvPr id="134" name="object 134">
              <a:extLst>
                <a:ext uri="{FF2B5EF4-FFF2-40B4-BE49-F238E27FC236}">
                  <a16:creationId xmlns:a16="http://schemas.microsoft.com/office/drawing/2014/main" id="{C49B5419-0E5E-0207-4F10-253F07271E12}"/>
                </a:ext>
              </a:extLst>
            </p:cNvPr>
            <p:cNvSpPr/>
            <p:nvPr/>
          </p:nvSpPr>
          <p:spPr>
            <a:xfrm>
              <a:off x="6177070" y="6325536"/>
              <a:ext cx="293579" cy="287655"/>
            </a:xfrm>
            <a:custGeom>
              <a:avLst/>
              <a:gdLst/>
              <a:ahLst/>
              <a:cxnLst/>
              <a:rect l="l" t="t" r="r" b="b"/>
              <a:pathLst>
                <a:path w="231139" h="287654">
                  <a:moveTo>
                    <a:pt x="230950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230950" y="287204"/>
                  </a:lnTo>
                  <a:lnTo>
                    <a:pt x="230950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>
              <a:extLst>
                <a:ext uri="{FF2B5EF4-FFF2-40B4-BE49-F238E27FC236}">
                  <a16:creationId xmlns:a16="http://schemas.microsoft.com/office/drawing/2014/main" id="{DF877A97-5026-CC2E-BC63-53A75C689DE0}"/>
                </a:ext>
              </a:extLst>
            </p:cNvPr>
            <p:cNvSpPr/>
            <p:nvPr/>
          </p:nvSpPr>
          <p:spPr>
            <a:xfrm>
              <a:off x="6177070" y="6325536"/>
              <a:ext cx="293579" cy="287655"/>
            </a:xfrm>
            <a:custGeom>
              <a:avLst/>
              <a:gdLst/>
              <a:ahLst/>
              <a:cxnLst/>
              <a:rect l="l" t="t" r="r" b="b"/>
              <a:pathLst>
                <a:path w="231139" h="287654">
                  <a:moveTo>
                    <a:pt x="230950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230950" y="0"/>
                  </a:lnTo>
                  <a:lnTo>
                    <a:pt x="230950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>
              <a:extLst>
                <a:ext uri="{FF2B5EF4-FFF2-40B4-BE49-F238E27FC236}">
                  <a16:creationId xmlns:a16="http://schemas.microsoft.com/office/drawing/2014/main" id="{6C04BF2C-BB23-C1D3-E4D5-969864A7E285}"/>
                </a:ext>
              </a:extLst>
            </p:cNvPr>
            <p:cNvSpPr/>
            <p:nvPr/>
          </p:nvSpPr>
          <p:spPr>
            <a:xfrm>
              <a:off x="6318250" y="6325534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151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7" name="object 137">
            <a:extLst>
              <a:ext uri="{FF2B5EF4-FFF2-40B4-BE49-F238E27FC236}">
                <a16:creationId xmlns:a16="http://schemas.microsoft.com/office/drawing/2014/main" id="{02F1F81C-1497-5EC8-B847-95356E205E74}"/>
              </a:ext>
            </a:extLst>
          </p:cNvPr>
          <p:cNvGrpSpPr/>
          <p:nvPr/>
        </p:nvGrpSpPr>
        <p:grpSpPr>
          <a:xfrm>
            <a:off x="3954221" y="7671899"/>
            <a:ext cx="335280" cy="287655"/>
            <a:chOff x="3954221" y="7671899"/>
            <a:chExt cx="335280" cy="287655"/>
          </a:xfrm>
        </p:grpSpPr>
        <p:sp>
          <p:nvSpPr>
            <p:cNvPr id="138" name="object 138">
              <a:extLst>
                <a:ext uri="{FF2B5EF4-FFF2-40B4-BE49-F238E27FC236}">
                  <a16:creationId xmlns:a16="http://schemas.microsoft.com/office/drawing/2014/main" id="{1A792EDE-9078-A56D-8705-88B732B4A779}"/>
                </a:ext>
              </a:extLst>
            </p:cNvPr>
            <p:cNvSpPr/>
            <p:nvPr/>
          </p:nvSpPr>
          <p:spPr>
            <a:xfrm>
              <a:off x="3954221" y="7671899"/>
              <a:ext cx="335280" cy="287655"/>
            </a:xfrm>
            <a:custGeom>
              <a:avLst/>
              <a:gdLst/>
              <a:ahLst/>
              <a:cxnLst/>
              <a:rect l="l" t="t" r="r" b="b"/>
              <a:pathLst>
                <a:path w="335279" h="287654">
                  <a:moveTo>
                    <a:pt x="335027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335027" y="287204"/>
                  </a:lnTo>
                  <a:lnTo>
                    <a:pt x="335027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>
              <a:extLst>
                <a:ext uri="{FF2B5EF4-FFF2-40B4-BE49-F238E27FC236}">
                  <a16:creationId xmlns:a16="http://schemas.microsoft.com/office/drawing/2014/main" id="{3CCD2230-DBA4-E744-79D3-996D685277FC}"/>
                </a:ext>
              </a:extLst>
            </p:cNvPr>
            <p:cNvSpPr/>
            <p:nvPr/>
          </p:nvSpPr>
          <p:spPr>
            <a:xfrm>
              <a:off x="3954221" y="7671899"/>
              <a:ext cx="335280" cy="287655"/>
            </a:xfrm>
            <a:custGeom>
              <a:avLst/>
              <a:gdLst/>
              <a:ahLst/>
              <a:cxnLst/>
              <a:rect l="l" t="t" r="r" b="b"/>
              <a:pathLst>
                <a:path w="335279" h="287654">
                  <a:moveTo>
                    <a:pt x="335027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335027" y="0"/>
                  </a:lnTo>
                  <a:lnTo>
                    <a:pt x="335027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1" name="object 141">
            <a:extLst>
              <a:ext uri="{FF2B5EF4-FFF2-40B4-BE49-F238E27FC236}">
                <a16:creationId xmlns:a16="http://schemas.microsoft.com/office/drawing/2014/main" id="{54A6FBEB-557C-2593-A811-762049DC2885}"/>
              </a:ext>
            </a:extLst>
          </p:cNvPr>
          <p:cNvGrpSpPr/>
          <p:nvPr/>
        </p:nvGrpSpPr>
        <p:grpSpPr>
          <a:xfrm>
            <a:off x="3803651" y="8008812"/>
            <a:ext cx="304800" cy="287655"/>
            <a:chOff x="3803651" y="8008812"/>
            <a:chExt cx="304800" cy="287655"/>
          </a:xfrm>
        </p:grpSpPr>
        <p:sp>
          <p:nvSpPr>
            <p:cNvPr id="142" name="object 142">
              <a:extLst>
                <a:ext uri="{FF2B5EF4-FFF2-40B4-BE49-F238E27FC236}">
                  <a16:creationId xmlns:a16="http://schemas.microsoft.com/office/drawing/2014/main" id="{4E61E7FC-EB2C-F368-E4E3-BB4940B8078E}"/>
                </a:ext>
              </a:extLst>
            </p:cNvPr>
            <p:cNvSpPr/>
            <p:nvPr/>
          </p:nvSpPr>
          <p:spPr>
            <a:xfrm>
              <a:off x="3803651" y="8008812"/>
              <a:ext cx="304800" cy="287655"/>
            </a:xfrm>
            <a:custGeom>
              <a:avLst/>
              <a:gdLst/>
              <a:ahLst/>
              <a:cxnLst/>
              <a:rect l="l" t="t" r="r" b="b"/>
              <a:pathLst>
                <a:path w="313689" h="287654">
                  <a:moveTo>
                    <a:pt x="313253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313253" y="287204"/>
                  </a:lnTo>
                  <a:lnTo>
                    <a:pt x="313253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>
              <a:extLst>
                <a:ext uri="{FF2B5EF4-FFF2-40B4-BE49-F238E27FC236}">
                  <a16:creationId xmlns:a16="http://schemas.microsoft.com/office/drawing/2014/main" id="{E4EDE403-CFF1-EB3E-21DA-8F454DC6FF91}"/>
                </a:ext>
              </a:extLst>
            </p:cNvPr>
            <p:cNvSpPr/>
            <p:nvPr/>
          </p:nvSpPr>
          <p:spPr>
            <a:xfrm>
              <a:off x="3803651" y="8008812"/>
              <a:ext cx="304800" cy="287655"/>
            </a:xfrm>
            <a:custGeom>
              <a:avLst/>
              <a:gdLst/>
              <a:ahLst/>
              <a:cxnLst/>
              <a:rect l="l" t="t" r="r" b="b"/>
              <a:pathLst>
                <a:path w="313689" h="287654">
                  <a:moveTo>
                    <a:pt x="313253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313253" y="0"/>
                  </a:lnTo>
                  <a:lnTo>
                    <a:pt x="313253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5" name="object 145">
            <a:extLst>
              <a:ext uri="{FF2B5EF4-FFF2-40B4-BE49-F238E27FC236}">
                <a16:creationId xmlns:a16="http://schemas.microsoft.com/office/drawing/2014/main" id="{9975D5FA-81FD-52A0-EB85-EF8A8C3407CF}"/>
              </a:ext>
            </a:extLst>
          </p:cNvPr>
          <p:cNvGrpSpPr/>
          <p:nvPr/>
        </p:nvGrpSpPr>
        <p:grpSpPr>
          <a:xfrm>
            <a:off x="3727450" y="3334400"/>
            <a:ext cx="368873" cy="258405"/>
            <a:chOff x="3727450" y="3334400"/>
            <a:chExt cx="368873" cy="258405"/>
          </a:xfrm>
        </p:grpSpPr>
        <p:sp>
          <p:nvSpPr>
            <p:cNvPr id="146" name="object 146">
              <a:extLst>
                <a:ext uri="{FF2B5EF4-FFF2-40B4-BE49-F238E27FC236}">
                  <a16:creationId xmlns:a16="http://schemas.microsoft.com/office/drawing/2014/main" id="{A5181994-1466-D025-0229-4DA58DAD45F4}"/>
                </a:ext>
              </a:extLst>
            </p:cNvPr>
            <p:cNvSpPr/>
            <p:nvPr/>
          </p:nvSpPr>
          <p:spPr>
            <a:xfrm>
              <a:off x="3727450" y="3334400"/>
              <a:ext cx="368873" cy="258404"/>
            </a:xfrm>
            <a:custGeom>
              <a:avLst/>
              <a:gdLst/>
              <a:ahLst/>
              <a:cxnLst/>
              <a:rect l="l" t="t" r="r" b="b"/>
              <a:pathLst>
                <a:path w="313054" h="287654">
                  <a:moveTo>
                    <a:pt x="312949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312949" y="287204"/>
                  </a:lnTo>
                  <a:lnTo>
                    <a:pt x="312949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>
              <a:extLst>
                <a:ext uri="{FF2B5EF4-FFF2-40B4-BE49-F238E27FC236}">
                  <a16:creationId xmlns:a16="http://schemas.microsoft.com/office/drawing/2014/main" id="{5BDE9793-4546-381B-364C-92B468F113CE}"/>
                </a:ext>
              </a:extLst>
            </p:cNvPr>
            <p:cNvSpPr/>
            <p:nvPr/>
          </p:nvSpPr>
          <p:spPr>
            <a:xfrm>
              <a:off x="3727450" y="3334401"/>
              <a:ext cx="368873" cy="258404"/>
            </a:xfrm>
            <a:custGeom>
              <a:avLst/>
              <a:gdLst/>
              <a:ahLst/>
              <a:cxnLst/>
              <a:rect l="l" t="t" r="r" b="b"/>
              <a:pathLst>
                <a:path w="313054" h="287654">
                  <a:moveTo>
                    <a:pt x="312949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312949" y="0"/>
                  </a:lnTo>
                  <a:lnTo>
                    <a:pt x="312949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9" name="object 149">
            <a:extLst>
              <a:ext uri="{FF2B5EF4-FFF2-40B4-BE49-F238E27FC236}">
                <a16:creationId xmlns:a16="http://schemas.microsoft.com/office/drawing/2014/main" id="{9D4D760F-A430-C92B-95EB-A704937A5E2A}"/>
              </a:ext>
            </a:extLst>
          </p:cNvPr>
          <p:cNvGrpSpPr/>
          <p:nvPr/>
        </p:nvGrpSpPr>
        <p:grpSpPr>
          <a:xfrm>
            <a:off x="6176372" y="5650992"/>
            <a:ext cx="236220" cy="290857"/>
            <a:chOff x="6176372" y="5650992"/>
            <a:chExt cx="236220" cy="290857"/>
          </a:xfrm>
        </p:grpSpPr>
        <p:sp>
          <p:nvSpPr>
            <p:cNvPr id="150" name="object 150">
              <a:extLst>
                <a:ext uri="{FF2B5EF4-FFF2-40B4-BE49-F238E27FC236}">
                  <a16:creationId xmlns:a16="http://schemas.microsoft.com/office/drawing/2014/main" id="{73E53ECE-7596-D494-DAD0-6B08F76376B3}"/>
                </a:ext>
              </a:extLst>
            </p:cNvPr>
            <p:cNvSpPr/>
            <p:nvPr/>
          </p:nvSpPr>
          <p:spPr>
            <a:xfrm>
              <a:off x="6176372" y="5654194"/>
              <a:ext cx="236220" cy="287655"/>
            </a:xfrm>
            <a:custGeom>
              <a:avLst/>
              <a:gdLst/>
              <a:ahLst/>
              <a:cxnLst/>
              <a:rect l="l" t="t" r="r" b="b"/>
              <a:pathLst>
                <a:path w="236220" h="287654">
                  <a:moveTo>
                    <a:pt x="235692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235692" y="287204"/>
                  </a:lnTo>
                  <a:lnTo>
                    <a:pt x="235692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>
              <a:extLst>
                <a:ext uri="{FF2B5EF4-FFF2-40B4-BE49-F238E27FC236}">
                  <a16:creationId xmlns:a16="http://schemas.microsoft.com/office/drawing/2014/main" id="{982027ED-7F25-34E9-4761-589289FCE31B}"/>
                </a:ext>
              </a:extLst>
            </p:cNvPr>
            <p:cNvSpPr/>
            <p:nvPr/>
          </p:nvSpPr>
          <p:spPr>
            <a:xfrm>
              <a:off x="6176372" y="5654194"/>
              <a:ext cx="236220" cy="287655"/>
            </a:xfrm>
            <a:custGeom>
              <a:avLst/>
              <a:gdLst/>
              <a:ahLst/>
              <a:cxnLst/>
              <a:rect l="l" t="t" r="r" b="b"/>
              <a:pathLst>
                <a:path w="236220" h="287654">
                  <a:moveTo>
                    <a:pt x="235692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235692" y="0"/>
                  </a:lnTo>
                  <a:lnTo>
                    <a:pt x="235692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>
              <a:extLst>
                <a:ext uri="{FF2B5EF4-FFF2-40B4-BE49-F238E27FC236}">
                  <a16:creationId xmlns:a16="http://schemas.microsoft.com/office/drawing/2014/main" id="{22F6DD2E-9C93-0895-763F-CFDAC6B2A1D0}"/>
                </a:ext>
              </a:extLst>
            </p:cNvPr>
            <p:cNvSpPr/>
            <p:nvPr/>
          </p:nvSpPr>
          <p:spPr>
            <a:xfrm>
              <a:off x="6355080" y="5650992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151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3" name="object 153">
            <a:extLst>
              <a:ext uri="{FF2B5EF4-FFF2-40B4-BE49-F238E27FC236}">
                <a16:creationId xmlns:a16="http://schemas.microsoft.com/office/drawing/2014/main" id="{5E5D1E3C-CF77-9760-5F88-DDA7CA5098F8}"/>
              </a:ext>
            </a:extLst>
          </p:cNvPr>
          <p:cNvGrpSpPr/>
          <p:nvPr/>
        </p:nvGrpSpPr>
        <p:grpSpPr>
          <a:xfrm>
            <a:off x="6157729" y="4977330"/>
            <a:ext cx="268605" cy="297815"/>
            <a:chOff x="6157729" y="4977330"/>
            <a:chExt cx="268605" cy="297815"/>
          </a:xfrm>
        </p:grpSpPr>
        <p:sp>
          <p:nvSpPr>
            <p:cNvPr id="154" name="object 154">
              <a:extLst>
                <a:ext uri="{FF2B5EF4-FFF2-40B4-BE49-F238E27FC236}">
                  <a16:creationId xmlns:a16="http://schemas.microsoft.com/office/drawing/2014/main" id="{4DBE1824-14FB-B5C7-F42D-66B876CD66BC}"/>
                </a:ext>
              </a:extLst>
            </p:cNvPr>
            <p:cNvSpPr/>
            <p:nvPr/>
          </p:nvSpPr>
          <p:spPr>
            <a:xfrm>
              <a:off x="6162795" y="4982396"/>
              <a:ext cx="258445" cy="287655"/>
            </a:xfrm>
            <a:custGeom>
              <a:avLst/>
              <a:gdLst/>
              <a:ahLst/>
              <a:cxnLst/>
              <a:rect l="l" t="t" r="r" b="b"/>
              <a:pathLst>
                <a:path w="258445" h="287654">
                  <a:moveTo>
                    <a:pt x="258378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258378" y="287204"/>
                  </a:lnTo>
                  <a:lnTo>
                    <a:pt x="258378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>
              <a:extLst>
                <a:ext uri="{FF2B5EF4-FFF2-40B4-BE49-F238E27FC236}">
                  <a16:creationId xmlns:a16="http://schemas.microsoft.com/office/drawing/2014/main" id="{BE43FF31-81D2-77D8-E26A-67D4BAF597E3}"/>
                </a:ext>
              </a:extLst>
            </p:cNvPr>
            <p:cNvSpPr/>
            <p:nvPr/>
          </p:nvSpPr>
          <p:spPr>
            <a:xfrm>
              <a:off x="6162795" y="4982396"/>
              <a:ext cx="258445" cy="287655"/>
            </a:xfrm>
            <a:custGeom>
              <a:avLst/>
              <a:gdLst/>
              <a:ahLst/>
              <a:cxnLst/>
              <a:rect l="l" t="t" r="r" b="b"/>
              <a:pathLst>
                <a:path w="258445" h="287654">
                  <a:moveTo>
                    <a:pt x="258378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258378" y="0"/>
                  </a:lnTo>
                  <a:lnTo>
                    <a:pt x="258378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>
              <a:extLst>
                <a:ext uri="{FF2B5EF4-FFF2-40B4-BE49-F238E27FC236}">
                  <a16:creationId xmlns:a16="http://schemas.microsoft.com/office/drawing/2014/main" id="{6B1157E4-71D4-30B6-40E2-2B098A77B72F}"/>
                </a:ext>
              </a:extLst>
            </p:cNvPr>
            <p:cNvSpPr/>
            <p:nvPr/>
          </p:nvSpPr>
          <p:spPr>
            <a:xfrm>
              <a:off x="6304026" y="4982391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151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8" name="object 218">
            <a:extLst>
              <a:ext uri="{FF2B5EF4-FFF2-40B4-BE49-F238E27FC236}">
                <a16:creationId xmlns:a16="http://schemas.microsoft.com/office/drawing/2014/main" id="{D94DC4F4-F5A7-3079-EB0C-3CB6C4991F75}"/>
              </a:ext>
            </a:extLst>
          </p:cNvPr>
          <p:cNvSpPr/>
          <p:nvPr/>
        </p:nvSpPr>
        <p:spPr>
          <a:xfrm flipV="1">
            <a:off x="3379617" y="8106690"/>
            <a:ext cx="1109833" cy="45719"/>
          </a:xfrm>
          <a:custGeom>
            <a:avLst/>
            <a:gdLst/>
            <a:ahLst/>
            <a:cxnLst/>
            <a:rect l="l" t="t" r="r" b="b"/>
            <a:pathLst>
              <a:path w="1251585">
                <a:moveTo>
                  <a:pt x="1251060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>
            <a:extLst>
              <a:ext uri="{FF2B5EF4-FFF2-40B4-BE49-F238E27FC236}">
                <a16:creationId xmlns:a16="http://schemas.microsoft.com/office/drawing/2014/main" id="{2A3F6AAA-9E5B-BD1E-EFA0-F2D73EA2CE08}"/>
              </a:ext>
            </a:extLst>
          </p:cNvPr>
          <p:cNvSpPr/>
          <p:nvPr/>
        </p:nvSpPr>
        <p:spPr>
          <a:xfrm>
            <a:off x="6081160" y="8821981"/>
            <a:ext cx="484505" cy="0"/>
          </a:xfrm>
          <a:custGeom>
            <a:avLst/>
            <a:gdLst/>
            <a:ahLst/>
            <a:cxnLst/>
            <a:rect l="l" t="t" r="r" b="b"/>
            <a:pathLst>
              <a:path w="484504">
                <a:moveTo>
                  <a:pt x="484435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>
            <a:extLst>
              <a:ext uri="{FF2B5EF4-FFF2-40B4-BE49-F238E27FC236}">
                <a16:creationId xmlns:a16="http://schemas.microsoft.com/office/drawing/2014/main" id="{6706A8A6-81D7-7B3E-124C-D6AAF965D1DC}"/>
              </a:ext>
            </a:extLst>
          </p:cNvPr>
          <p:cNvSpPr/>
          <p:nvPr/>
        </p:nvSpPr>
        <p:spPr>
          <a:xfrm>
            <a:off x="6255919" y="8678381"/>
            <a:ext cx="132080" cy="287655"/>
          </a:xfrm>
          <a:custGeom>
            <a:avLst/>
            <a:gdLst/>
            <a:ahLst/>
            <a:cxnLst/>
            <a:rect l="l" t="t" r="r" b="b"/>
            <a:pathLst>
              <a:path w="132079" h="287654">
                <a:moveTo>
                  <a:pt x="132071" y="0"/>
                </a:moveTo>
                <a:lnTo>
                  <a:pt x="0" y="0"/>
                </a:lnTo>
                <a:lnTo>
                  <a:pt x="0" y="287204"/>
                </a:lnTo>
                <a:lnTo>
                  <a:pt x="132071" y="287204"/>
                </a:lnTo>
                <a:lnTo>
                  <a:pt x="132071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>
            <a:extLst>
              <a:ext uri="{FF2B5EF4-FFF2-40B4-BE49-F238E27FC236}">
                <a16:creationId xmlns:a16="http://schemas.microsoft.com/office/drawing/2014/main" id="{7FB7E8CE-F634-74F6-26F4-4E0B6214BA30}"/>
              </a:ext>
            </a:extLst>
          </p:cNvPr>
          <p:cNvSpPr/>
          <p:nvPr/>
        </p:nvSpPr>
        <p:spPr>
          <a:xfrm>
            <a:off x="6255919" y="8678381"/>
            <a:ext cx="132080" cy="287655"/>
          </a:xfrm>
          <a:custGeom>
            <a:avLst/>
            <a:gdLst/>
            <a:ahLst/>
            <a:cxnLst/>
            <a:rect l="l" t="t" r="r" b="b"/>
            <a:pathLst>
              <a:path w="132079" h="287654">
                <a:moveTo>
                  <a:pt x="132071" y="287204"/>
                </a:moveTo>
                <a:lnTo>
                  <a:pt x="0" y="287204"/>
                </a:lnTo>
                <a:lnTo>
                  <a:pt x="0" y="0"/>
                </a:lnTo>
                <a:lnTo>
                  <a:pt x="132071" y="0"/>
                </a:lnTo>
                <a:lnTo>
                  <a:pt x="132071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>
            <a:extLst>
              <a:ext uri="{FF2B5EF4-FFF2-40B4-BE49-F238E27FC236}">
                <a16:creationId xmlns:a16="http://schemas.microsoft.com/office/drawing/2014/main" id="{016DBE68-B1EA-8320-D0E7-5D7C47CB07DF}"/>
              </a:ext>
            </a:extLst>
          </p:cNvPr>
          <p:cNvSpPr/>
          <p:nvPr/>
        </p:nvSpPr>
        <p:spPr>
          <a:xfrm>
            <a:off x="6321910" y="867837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>
            <a:extLst>
              <a:ext uri="{FF2B5EF4-FFF2-40B4-BE49-F238E27FC236}">
                <a16:creationId xmlns:a16="http://schemas.microsoft.com/office/drawing/2014/main" id="{01D4A807-8DC8-84A4-40A6-01F7DCEB3FF2}"/>
              </a:ext>
            </a:extLst>
          </p:cNvPr>
          <p:cNvSpPr/>
          <p:nvPr/>
        </p:nvSpPr>
        <p:spPr>
          <a:xfrm>
            <a:off x="6081157" y="867837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>
            <a:extLst>
              <a:ext uri="{FF2B5EF4-FFF2-40B4-BE49-F238E27FC236}">
                <a16:creationId xmlns:a16="http://schemas.microsoft.com/office/drawing/2014/main" id="{0C2AB874-6530-4AE5-C155-95BC3DCD6571}"/>
              </a:ext>
            </a:extLst>
          </p:cNvPr>
          <p:cNvSpPr/>
          <p:nvPr/>
        </p:nvSpPr>
        <p:spPr>
          <a:xfrm>
            <a:off x="6565595" y="867837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>
            <a:extLst>
              <a:ext uri="{FF2B5EF4-FFF2-40B4-BE49-F238E27FC236}">
                <a16:creationId xmlns:a16="http://schemas.microsoft.com/office/drawing/2014/main" id="{78986F7D-BE54-CE10-3F19-A372851E582E}"/>
              </a:ext>
            </a:extLst>
          </p:cNvPr>
          <p:cNvSpPr/>
          <p:nvPr/>
        </p:nvSpPr>
        <p:spPr>
          <a:xfrm>
            <a:off x="5850768" y="6469139"/>
            <a:ext cx="886460" cy="0"/>
          </a:xfrm>
          <a:custGeom>
            <a:avLst/>
            <a:gdLst/>
            <a:ahLst/>
            <a:cxnLst/>
            <a:rect l="l" t="t" r="r" b="b"/>
            <a:pathLst>
              <a:path w="886459">
                <a:moveTo>
                  <a:pt x="886163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>
            <a:extLst>
              <a:ext uri="{FF2B5EF4-FFF2-40B4-BE49-F238E27FC236}">
                <a16:creationId xmlns:a16="http://schemas.microsoft.com/office/drawing/2014/main" id="{B87BE955-72A5-A9C1-E67C-E2887B7BD6E4}"/>
              </a:ext>
            </a:extLst>
          </p:cNvPr>
          <p:cNvSpPr/>
          <p:nvPr/>
        </p:nvSpPr>
        <p:spPr>
          <a:xfrm>
            <a:off x="5849611" y="632553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>
            <a:extLst>
              <a:ext uri="{FF2B5EF4-FFF2-40B4-BE49-F238E27FC236}">
                <a16:creationId xmlns:a16="http://schemas.microsoft.com/office/drawing/2014/main" id="{3B77831E-3A00-9826-4608-8496CB17135C}"/>
              </a:ext>
            </a:extLst>
          </p:cNvPr>
          <p:cNvSpPr/>
          <p:nvPr/>
        </p:nvSpPr>
        <p:spPr>
          <a:xfrm>
            <a:off x="6736932" y="632553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>
            <a:extLst>
              <a:ext uri="{FF2B5EF4-FFF2-40B4-BE49-F238E27FC236}">
                <a16:creationId xmlns:a16="http://schemas.microsoft.com/office/drawing/2014/main" id="{D2875383-0C4D-2D75-1351-7E54701C56E6}"/>
              </a:ext>
            </a:extLst>
          </p:cNvPr>
          <p:cNvSpPr/>
          <p:nvPr/>
        </p:nvSpPr>
        <p:spPr>
          <a:xfrm>
            <a:off x="5937250" y="7804150"/>
            <a:ext cx="762000" cy="76201"/>
          </a:xfrm>
          <a:custGeom>
            <a:avLst/>
            <a:gdLst/>
            <a:ahLst/>
            <a:cxnLst/>
            <a:rect l="l" t="t" r="r" b="b"/>
            <a:pathLst>
              <a:path w="934720">
                <a:moveTo>
                  <a:pt x="934331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>
            <a:extLst>
              <a:ext uri="{FF2B5EF4-FFF2-40B4-BE49-F238E27FC236}">
                <a16:creationId xmlns:a16="http://schemas.microsoft.com/office/drawing/2014/main" id="{B2A6CFF3-9081-F386-30DA-28C0E60AB59B}"/>
              </a:ext>
            </a:extLst>
          </p:cNvPr>
          <p:cNvSpPr/>
          <p:nvPr/>
        </p:nvSpPr>
        <p:spPr>
          <a:xfrm>
            <a:off x="6211767" y="7668895"/>
            <a:ext cx="182683" cy="287655"/>
          </a:xfrm>
          <a:custGeom>
            <a:avLst/>
            <a:gdLst/>
            <a:ahLst/>
            <a:cxnLst/>
            <a:rect l="l" t="t" r="r" b="b"/>
            <a:pathLst>
              <a:path w="262889" h="287654">
                <a:moveTo>
                  <a:pt x="262350" y="0"/>
                </a:moveTo>
                <a:lnTo>
                  <a:pt x="0" y="0"/>
                </a:lnTo>
                <a:lnTo>
                  <a:pt x="0" y="287204"/>
                </a:lnTo>
                <a:lnTo>
                  <a:pt x="262350" y="287204"/>
                </a:lnTo>
                <a:lnTo>
                  <a:pt x="262350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>
            <a:extLst>
              <a:ext uri="{FF2B5EF4-FFF2-40B4-BE49-F238E27FC236}">
                <a16:creationId xmlns:a16="http://schemas.microsoft.com/office/drawing/2014/main" id="{66609A5F-C83F-0B9F-0265-84B6CC5DC3EC}"/>
              </a:ext>
            </a:extLst>
          </p:cNvPr>
          <p:cNvSpPr/>
          <p:nvPr/>
        </p:nvSpPr>
        <p:spPr>
          <a:xfrm>
            <a:off x="6211570" y="7671899"/>
            <a:ext cx="182880" cy="287655"/>
          </a:xfrm>
          <a:custGeom>
            <a:avLst/>
            <a:gdLst/>
            <a:ahLst/>
            <a:cxnLst/>
            <a:rect l="l" t="t" r="r" b="b"/>
            <a:pathLst>
              <a:path w="262889" h="287654">
                <a:moveTo>
                  <a:pt x="262350" y="287204"/>
                </a:moveTo>
                <a:lnTo>
                  <a:pt x="0" y="287204"/>
                </a:lnTo>
                <a:lnTo>
                  <a:pt x="0" y="0"/>
                </a:lnTo>
                <a:lnTo>
                  <a:pt x="262350" y="0"/>
                </a:lnTo>
                <a:lnTo>
                  <a:pt x="262350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>
            <a:extLst>
              <a:ext uri="{FF2B5EF4-FFF2-40B4-BE49-F238E27FC236}">
                <a16:creationId xmlns:a16="http://schemas.microsoft.com/office/drawing/2014/main" id="{F6386823-A2B9-9A4D-4CAF-28334F1631FC}"/>
              </a:ext>
            </a:extLst>
          </p:cNvPr>
          <p:cNvSpPr/>
          <p:nvPr/>
        </p:nvSpPr>
        <p:spPr>
          <a:xfrm>
            <a:off x="6291875" y="7671893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>
            <a:extLst>
              <a:ext uri="{FF2B5EF4-FFF2-40B4-BE49-F238E27FC236}">
                <a16:creationId xmlns:a16="http://schemas.microsoft.com/office/drawing/2014/main" id="{670D3395-4AD9-AD06-60C4-610FAF44C0BA}"/>
              </a:ext>
            </a:extLst>
          </p:cNvPr>
          <p:cNvSpPr/>
          <p:nvPr/>
        </p:nvSpPr>
        <p:spPr>
          <a:xfrm>
            <a:off x="5937250" y="766889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>
            <a:extLst>
              <a:ext uri="{FF2B5EF4-FFF2-40B4-BE49-F238E27FC236}">
                <a16:creationId xmlns:a16="http://schemas.microsoft.com/office/drawing/2014/main" id="{17C08E56-8F63-E494-16C0-A38B1685785E}"/>
              </a:ext>
            </a:extLst>
          </p:cNvPr>
          <p:cNvSpPr/>
          <p:nvPr/>
        </p:nvSpPr>
        <p:spPr>
          <a:xfrm>
            <a:off x="6699250" y="7671893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>
            <a:extLst>
              <a:ext uri="{FF2B5EF4-FFF2-40B4-BE49-F238E27FC236}">
                <a16:creationId xmlns:a16="http://schemas.microsoft.com/office/drawing/2014/main" id="{85F82E98-82B6-7E39-B56B-297131B934EC}"/>
              </a:ext>
            </a:extLst>
          </p:cNvPr>
          <p:cNvSpPr/>
          <p:nvPr/>
        </p:nvSpPr>
        <p:spPr>
          <a:xfrm flipV="1">
            <a:off x="3575050" y="7774675"/>
            <a:ext cx="1143000" cy="45719"/>
          </a:xfrm>
          <a:custGeom>
            <a:avLst/>
            <a:gdLst/>
            <a:ahLst/>
            <a:cxnLst/>
            <a:rect l="l" t="t" r="r" b="b"/>
            <a:pathLst>
              <a:path w="1282064">
                <a:moveTo>
                  <a:pt x="1281679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>
            <a:extLst>
              <a:ext uri="{FF2B5EF4-FFF2-40B4-BE49-F238E27FC236}">
                <a16:creationId xmlns:a16="http://schemas.microsoft.com/office/drawing/2014/main" id="{7D3AF1A3-9474-1805-6B89-1946CED51AF3}"/>
              </a:ext>
            </a:extLst>
          </p:cNvPr>
          <p:cNvSpPr/>
          <p:nvPr/>
        </p:nvSpPr>
        <p:spPr>
          <a:xfrm>
            <a:off x="3575050" y="766889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>
            <a:extLst>
              <a:ext uri="{FF2B5EF4-FFF2-40B4-BE49-F238E27FC236}">
                <a16:creationId xmlns:a16="http://schemas.microsoft.com/office/drawing/2014/main" id="{D066EBE6-3714-02AD-2776-2530CFBCC8A2}"/>
              </a:ext>
            </a:extLst>
          </p:cNvPr>
          <p:cNvSpPr/>
          <p:nvPr/>
        </p:nvSpPr>
        <p:spPr>
          <a:xfrm>
            <a:off x="4718050" y="766889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>
            <a:extLst>
              <a:ext uri="{FF2B5EF4-FFF2-40B4-BE49-F238E27FC236}">
                <a16:creationId xmlns:a16="http://schemas.microsoft.com/office/drawing/2014/main" id="{6D41A482-EC34-13D9-0CF7-49D92B7A31D4}"/>
              </a:ext>
            </a:extLst>
          </p:cNvPr>
          <p:cNvSpPr/>
          <p:nvPr/>
        </p:nvSpPr>
        <p:spPr>
          <a:xfrm>
            <a:off x="5327651" y="3110231"/>
            <a:ext cx="1815834" cy="45719"/>
          </a:xfrm>
          <a:custGeom>
            <a:avLst/>
            <a:gdLst/>
            <a:ahLst/>
            <a:cxnLst/>
            <a:rect l="l" t="t" r="r" b="b"/>
            <a:pathLst>
              <a:path w="1744345">
                <a:moveTo>
                  <a:pt x="1743986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>
            <a:extLst>
              <a:ext uri="{FF2B5EF4-FFF2-40B4-BE49-F238E27FC236}">
                <a16:creationId xmlns:a16="http://schemas.microsoft.com/office/drawing/2014/main" id="{BC1BDF25-3D63-4E4F-EC51-5CA32ECCD97D}"/>
              </a:ext>
            </a:extLst>
          </p:cNvPr>
          <p:cNvSpPr/>
          <p:nvPr/>
        </p:nvSpPr>
        <p:spPr>
          <a:xfrm>
            <a:off x="5861050" y="2972249"/>
            <a:ext cx="609600" cy="287655"/>
          </a:xfrm>
          <a:custGeom>
            <a:avLst/>
            <a:gdLst/>
            <a:ahLst/>
            <a:cxnLst/>
            <a:rect l="l" t="t" r="r" b="b"/>
            <a:pathLst>
              <a:path w="439420" h="287654">
                <a:moveTo>
                  <a:pt x="438841" y="0"/>
                </a:moveTo>
                <a:lnTo>
                  <a:pt x="0" y="0"/>
                </a:lnTo>
                <a:lnTo>
                  <a:pt x="0" y="287204"/>
                </a:lnTo>
                <a:lnTo>
                  <a:pt x="438841" y="287204"/>
                </a:lnTo>
                <a:lnTo>
                  <a:pt x="438841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>
            <a:extLst>
              <a:ext uri="{FF2B5EF4-FFF2-40B4-BE49-F238E27FC236}">
                <a16:creationId xmlns:a16="http://schemas.microsoft.com/office/drawing/2014/main" id="{70D61C6B-4268-F45B-BB4E-C09D7691BBF1}"/>
              </a:ext>
            </a:extLst>
          </p:cNvPr>
          <p:cNvSpPr/>
          <p:nvPr/>
        </p:nvSpPr>
        <p:spPr>
          <a:xfrm>
            <a:off x="5861050" y="2972249"/>
            <a:ext cx="609600" cy="287655"/>
          </a:xfrm>
          <a:custGeom>
            <a:avLst/>
            <a:gdLst/>
            <a:ahLst/>
            <a:cxnLst/>
            <a:rect l="l" t="t" r="r" b="b"/>
            <a:pathLst>
              <a:path w="439420" h="287654">
                <a:moveTo>
                  <a:pt x="438841" y="287204"/>
                </a:moveTo>
                <a:lnTo>
                  <a:pt x="0" y="287204"/>
                </a:lnTo>
                <a:lnTo>
                  <a:pt x="0" y="0"/>
                </a:lnTo>
                <a:lnTo>
                  <a:pt x="438841" y="0"/>
                </a:lnTo>
                <a:lnTo>
                  <a:pt x="438841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>
            <a:extLst>
              <a:ext uri="{FF2B5EF4-FFF2-40B4-BE49-F238E27FC236}">
                <a16:creationId xmlns:a16="http://schemas.microsoft.com/office/drawing/2014/main" id="{FAA43BC6-B798-C34B-A75D-CEE5D39282D7}"/>
              </a:ext>
            </a:extLst>
          </p:cNvPr>
          <p:cNvSpPr/>
          <p:nvPr/>
        </p:nvSpPr>
        <p:spPr>
          <a:xfrm>
            <a:off x="6320901" y="2972244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>
            <a:extLst>
              <a:ext uri="{FF2B5EF4-FFF2-40B4-BE49-F238E27FC236}">
                <a16:creationId xmlns:a16="http://schemas.microsoft.com/office/drawing/2014/main" id="{8F729F58-6C61-8A5C-53EC-DB95B8B7D2AE}"/>
              </a:ext>
            </a:extLst>
          </p:cNvPr>
          <p:cNvSpPr/>
          <p:nvPr/>
        </p:nvSpPr>
        <p:spPr>
          <a:xfrm>
            <a:off x="5327650" y="2972244"/>
            <a:ext cx="75133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>
            <a:extLst>
              <a:ext uri="{FF2B5EF4-FFF2-40B4-BE49-F238E27FC236}">
                <a16:creationId xmlns:a16="http://schemas.microsoft.com/office/drawing/2014/main" id="{247EC1BF-5C44-8CA9-5A2C-F8A36ED32EBD}"/>
              </a:ext>
            </a:extLst>
          </p:cNvPr>
          <p:cNvSpPr/>
          <p:nvPr/>
        </p:nvSpPr>
        <p:spPr>
          <a:xfrm>
            <a:off x="7133905" y="297020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>
            <a:extLst>
              <a:ext uri="{FF2B5EF4-FFF2-40B4-BE49-F238E27FC236}">
                <a16:creationId xmlns:a16="http://schemas.microsoft.com/office/drawing/2014/main" id="{1709F756-2B7D-22B5-A0BA-DEDD60096BD3}"/>
              </a:ext>
            </a:extLst>
          </p:cNvPr>
          <p:cNvSpPr/>
          <p:nvPr/>
        </p:nvSpPr>
        <p:spPr>
          <a:xfrm flipV="1">
            <a:off x="3167261" y="3045108"/>
            <a:ext cx="1779389" cy="45719"/>
          </a:xfrm>
          <a:custGeom>
            <a:avLst/>
            <a:gdLst/>
            <a:ahLst/>
            <a:cxnLst/>
            <a:rect l="l" t="t" r="r" b="b"/>
            <a:pathLst>
              <a:path w="1486535">
                <a:moveTo>
                  <a:pt x="1486175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>
            <a:extLst>
              <a:ext uri="{FF2B5EF4-FFF2-40B4-BE49-F238E27FC236}">
                <a16:creationId xmlns:a16="http://schemas.microsoft.com/office/drawing/2014/main" id="{CA692D55-D231-0854-1CC0-5A4D1420D6C1}"/>
              </a:ext>
            </a:extLst>
          </p:cNvPr>
          <p:cNvSpPr/>
          <p:nvPr/>
        </p:nvSpPr>
        <p:spPr>
          <a:xfrm>
            <a:off x="3769435" y="2995266"/>
            <a:ext cx="557376" cy="258404"/>
          </a:xfrm>
          <a:custGeom>
            <a:avLst/>
            <a:gdLst/>
            <a:ahLst/>
            <a:cxnLst/>
            <a:rect l="l" t="t" r="r" b="b"/>
            <a:pathLst>
              <a:path w="375285" h="287654">
                <a:moveTo>
                  <a:pt x="374776" y="0"/>
                </a:moveTo>
                <a:lnTo>
                  <a:pt x="0" y="0"/>
                </a:lnTo>
                <a:lnTo>
                  <a:pt x="0" y="287204"/>
                </a:lnTo>
                <a:lnTo>
                  <a:pt x="374776" y="287204"/>
                </a:lnTo>
                <a:lnTo>
                  <a:pt x="374776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>
            <a:extLst>
              <a:ext uri="{FF2B5EF4-FFF2-40B4-BE49-F238E27FC236}">
                <a16:creationId xmlns:a16="http://schemas.microsoft.com/office/drawing/2014/main" id="{80DF141C-FE41-5ED3-CB4B-1E57FB1154CC}"/>
              </a:ext>
            </a:extLst>
          </p:cNvPr>
          <p:cNvSpPr/>
          <p:nvPr/>
        </p:nvSpPr>
        <p:spPr>
          <a:xfrm>
            <a:off x="3769436" y="2999463"/>
            <a:ext cx="557376" cy="258404"/>
          </a:xfrm>
          <a:custGeom>
            <a:avLst/>
            <a:gdLst/>
            <a:ahLst/>
            <a:cxnLst/>
            <a:rect l="l" t="t" r="r" b="b"/>
            <a:pathLst>
              <a:path w="375285" h="287654">
                <a:moveTo>
                  <a:pt x="374776" y="287204"/>
                </a:moveTo>
                <a:lnTo>
                  <a:pt x="0" y="287204"/>
                </a:lnTo>
                <a:lnTo>
                  <a:pt x="0" y="0"/>
                </a:lnTo>
                <a:lnTo>
                  <a:pt x="374776" y="0"/>
                </a:lnTo>
                <a:lnTo>
                  <a:pt x="374776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>
            <a:extLst>
              <a:ext uri="{FF2B5EF4-FFF2-40B4-BE49-F238E27FC236}">
                <a16:creationId xmlns:a16="http://schemas.microsoft.com/office/drawing/2014/main" id="{633474BA-A5EA-DBE7-4A2A-338B34226172}"/>
              </a:ext>
            </a:extLst>
          </p:cNvPr>
          <p:cNvSpPr/>
          <p:nvPr/>
        </p:nvSpPr>
        <p:spPr>
          <a:xfrm flipH="1">
            <a:off x="4108449" y="3000418"/>
            <a:ext cx="45719" cy="258404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>
            <a:extLst>
              <a:ext uri="{FF2B5EF4-FFF2-40B4-BE49-F238E27FC236}">
                <a16:creationId xmlns:a16="http://schemas.microsoft.com/office/drawing/2014/main" id="{549C7F53-8AE2-27A9-7C4B-B72B77C2B661}"/>
              </a:ext>
            </a:extLst>
          </p:cNvPr>
          <p:cNvSpPr/>
          <p:nvPr/>
        </p:nvSpPr>
        <p:spPr>
          <a:xfrm>
            <a:off x="3167261" y="2984430"/>
            <a:ext cx="102989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>
            <a:extLst>
              <a:ext uri="{FF2B5EF4-FFF2-40B4-BE49-F238E27FC236}">
                <a16:creationId xmlns:a16="http://schemas.microsoft.com/office/drawing/2014/main" id="{D0CB189D-AA44-467A-5526-E5FDB8ADFA10}"/>
              </a:ext>
            </a:extLst>
          </p:cNvPr>
          <p:cNvSpPr/>
          <p:nvPr/>
        </p:nvSpPr>
        <p:spPr>
          <a:xfrm>
            <a:off x="4946650" y="298443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>
            <a:extLst>
              <a:ext uri="{FF2B5EF4-FFF2-40B4-BE49-F238E27FC236}">
                <a16:creationId xmlns:a16="http://schemas.microsoft.com/office/drawing/2014/main" id="{2016F587-BD13-2253-AB64-963E9AA44F63}"/>
              </a:ext>
            </a:extLst>
          </p:cNvPr>
          <p:cNvSpPr/>
          <p:nvPr/>
        </p:nvSpPr>
        <p:spPr>
          <a:xfrm flipV="1">
            <a:off x="5824453" y="5415852"/>
            <a:ext cx="874797" cy="45719"/>
          </a:xfrm>
          <a:custGeom>
            <a:avLst/>
            <a:gdLst/>
            <a:ahLst/>
            <a:cxnLst/>
            <a:rect l="l" t="t" r="r" b="b"/>
            <a:pathLst>
              <a:path w="942975">
                <a:moveTo>
                  <a:pt x="942517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>
            <a:extLst>
              <a:ext uri="{FF2B5EF4-FFF2-40B4-BE49-F238E27FC236}">
                <a16:creationId xmlns:a16="http://schemas.microsoft.com/office/drawing/2014/main" id="{5BB556CC-E782-25C4-2F5E-4853F037E404}"/>
              </a:ext>
            </a:extLst>
          </p:cNvPr>
          <p:cNvSpPr/>
          <p:nvPr/>
        </p:nvSpPr>
        <p:spPr>
          <a:xfrm>
            <a:off x="6174852" y="5317971"/>
            <a:ext cx="254635" cy="287655"/>
          </a:xfrm>
          <a:custGeom>
            <a:avLst/>
            <a:gdLst/>
            <a:ahLst/>
            <a:cxnLst/>
            <a:rect l="l" t="t" r="r" b="b"/>
            <a:pathLst>
              <a:path w="254635" h="287654">
                <a:moveTo>
                  <a:pt x="254285" y="0"/>
                </a:moveTo>
                <a:lnTo>
                  <a:pt x="0" y="0"/>
                </a:lnTo>
                <a:lnTo>
                  <a:pt x="0" y="287204"/>
                </a:lnTo>
                <a:lnTo>
                  <a:pt x="254285" y="287204"/>
                </a:lnTo>
                <a:lnTo>
                  <a:pt x="254285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>
            <a:extLst>
              <a:ext uri="{FF2B5EF4-FFF2-40B4-BE49-F238E27FC236}">
                <a16:creationId xmlns:a16="http://schemas.microsoft.com/office/drawing/2014/main" id="{E9670F68-376C-E8DF-54F1-89BF4D2336C5}"/>
              </a:ext>
            </a:extLst>
          </p:cNvPr>
          <p:cNvSpPr/>
          <p:nvPr/>
        </p:nvSpPr>
        <p:spPr>
          <a:xfrm>
            <a:off x="6174852" y="5317971"/>
            <a:ext cx="254635" cy="287655"/>
          </a:xfrm>
          <a:custGeom>
            <a:avLst/>
            <a:gdLst/>
            <a:ahLst/>
            <a:cxnLst/>
            <a:rect l="l" t="t" r="r" b="b"/>
            <a:pathLst>
              <a:path w="254635" h="287654">
                <a:moveTo>
                  <a:pt x="254285" y="287204"/>
                </a:moveTo>
                <a:lnTo>
                  <a:pt x="0" y="287204"/>
                </a:lnTo>
                <a:lnTo>
                  <a:pt x="0" y="0"/>
                </a:lnTo>
                <a:lnTo>
                  <a:pt x="254285" y="0"/>
                </a:lnTo>
                <a:lnTo>
                  <a:pt x="254285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>
            <a:extLst>
              <a:ext uri="{FF2B5EF4-FFF2-40B4-BE49-F238E27FC236}">
                <a16:creationId xmlns:a16="http://schemas.microsoft.com/office/drawing/2014/main" id="{347FA345-B021-1CA3-7A2D-699D42DDAFFF}"/>
              </a:ext>
            </a:extLst>
          </p:cNvPr>
          <p:cNvSpPr/>
          <p:nvPr/>
        </p:nvSpPr>
        <p:spPr>
          <a:xfrm>
            <a:off x="6318250" y="531796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>
            <a:extLst>
              <a:ext uri="{FF2B5EF4-FFF2-40B4-BE49-F238E27FC236}">
                <a16:creationId xmlns:a16="http://schemas.microsoft.com/office/drawing/2014/main" id="{5CC9B290-ACC7-C571-DF92-EDF8805D71D7}"/>
              </a:ext>
            </a:extLst>
          </p:cNvPr>
          <p:cNvSpPr/>
          <p:nvPr/>
        </p:nvSpPr>
        <p:spPr>
          <a:xfrm>
            <a:off x="6699250" y="5320962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>
            <a:extLst>
              <a:ext uri="{FF2B5EF4-FFF2-40B4-BE49-F238E27FC236}">
                <a16:creationId xmlns:a16="http://schemas.microsoft.com/office/drawing/2014/main" id="{68089956-F15E-170D-DC65-16AF8F600410}"/>
              </a:ext>
            </a:extLst>
          </p:cNvPr>
          <p:cNvSpPr/>
          <p:nvPr/>
        </p:nvSpPr>
        <p:spPr>
          <a:xfrm>
            <a:off x="5817089" y="531796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>
            <a:extLst>
              <a:ext uri="{FF2B5EF4-FFF2-40B4-BE49-F238E27FC236}">
                <a16:creationId xmlns:a16="http://schemas.microsoft.com/office/drawing/2014/main" id="{D5E1F67D-5E4F-3ED3-6F70-832197B4BE68}"/>
              </a:ext>
            </a:extLst>
          </p:cNvPr>
          <p:cNvSpPr/>
          <p:nvPr/>
        </p:nvSpPr>
        <p:spPr>
          <a:xfrm flipV="1">
            <a:off x="3556026" y="5415137"/>
            <a:ext cx="1170305" cy="45719"/>
          </a:xfrm>
          <a:custGeom>
            <a:avLst/>
            <a:gdLst/>
            <a:ahLst/>
            <a:cxnLst/>
            <a:rect l="l" t="t" r="r" b="b"/>
            <a:pathLst>
              <a:path w="1268729">
                <a:moveTo>
                  <a:pt x="1268163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>
            <a:extLst>
              <a:ext uri="{FF2B5EF4-FFF2-40B4-BE49-F238E27FC236}">
                <a16:creationId xmlns:a16="http://schemas.microsoft.com/office/drawing/2014/main" id="{AE087FC0-3A00-1C7F-08C3-911FFB96583E}"/>
              </a:ext>
            </a:extLst>
          </p:cNvPr>
          <p:cNvSpPr/>
          <p:nvPr/>
        </p:nvSpPr>
        <p:spPr>
          <a:xfrm>
            <a:off x="4032250" y="5317971"/>
            <a:ext cx="293582" cy="287655"/>
          </a:xfrm>
          <a:custGeom>
            <a:avLst/>
            <a:gdLst/>
            <a:ahLst/>
            <a:cxnLst/>
            <a:rect l="l" t="t" r="r" b="b"/>
            <a:pathLst>
              <a:path w="337820" h="287654">
                <a:moveTo>
                  <a:pt x="337337" y="0"/>
                </a:moveTo>
                <a:lnTo>
                  <a:pt x="0" y="0"/>
                </a:lnTo>
                <a:lnTo>
                  <a:pt x="0" y="287204"/>
                </a:lnTo>
                <a:lnTo>
                  <a:pt x="337337" y="287204"/>
                </a:lnTo>
                <a:lnTo>
                  <a:pt x="337337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>
            <a:extLst>
              <a:ext uri="{FF2B5EF4-FFF2-40B4-BE49-F238E27FC236}">
                <a16:creationId xmlns:a16="http://schemas.microsoft.com/office/drawing/2014/main" id="{AB065189-4757-149B-CC06-98849B25E0CF}"/>
              </a:ext>
            </a:extLst>
          </p:cNvPr>
          <p:cNvSpPr/>
          <p:nvPr/>
        </p:nvSpPr>
        <p:spPr>
          <a:xfrm>
            <a:off x="4032250" y="5317971"/>
            <a:ext cx="293582" cy="287655"/>
          </a:xfrm>
          <a:custGeom>
            <a:avLst/>
            <a:gdLst/>
            <a:ahLst/>
            <a:cxnLst/>
            <a:rect l="l" t="t" r="r" b="b"/>
            <a:pathLst>
              <a:path w="337820" h="287654">
                <a:moveTo>
                  <a:pt x="337337" y="287204"/>
                </a:moveTo>
                <a:lnTo>
                  <a:pt x="0" y="287204"/>
                </a:lnTo>
                <a:lnTo>
                  <a:pt x="0" y="0"/>
                </a:lnTo>
                <a:lnTo>
                  <a:pt x="337337" y="0"/>
                </a:lnTo>
                <a:lnTo>
                  <a:pt x="337337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>
            <a:extLst>
              <a:ext uri="{FF2B5EF4-FFF2-40B4-BE49-F238E27FC236}">
                <a16:creationId xmlns:a16="http://schemas.microsoft.com/office/drawing/2014/main" id="{BBCC7CB3-D5B6-1248-582A-597A95440B9A}"/>
              </a:ext>
            </a:extLst>
          </p:cNvPr>
          <p:cNvSpPr/>
          <p:nvPr/>
        </p:nvSpPr>
        <p:spPr>
          <a:xfrm>
            <a:off x="4152013" y="531915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>
            <a:extLst>
              <a:ext uri="{FF2B5EF4-FFF2-40B4-BE49-F238E27FC236}">
                <a16:creationId xmlns:a16="http://schemas.microsoft.com/office/drawing/2014/main" id="{47022169-0BFD-6576-4447-875CF0215053}"/>
              </a:ext>
            </a:extLst>
          </p:cNvPr>
          <p:cNvSpPr/>
          <p:nvPr/>
        </p:nvSpPr>
        <p:spPr>
          <a:xfrm>
            <a:off x="3549569" y="531796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>
            <a:extLst>
              <a:ext uri="{FF2B5EF4-FFF2-40B4-BE49-F238E27FC236}">
                <a16:creationId xmlns:a16="http://schemas.microsoft.com/office/drawing/2014/main" id="{306BFF91-855C-EFA6-DE4C-8B63B2197E3F}"/>
              </a:ext>
            </a:extLst>
          </p:cNvPr>
          <p:cNvSpPr/>
          <p:nvPr/>
        </p:nvSpPr>
        <p:spPr>
          <a:xfrm>
            <a:off x="4718050" y="5319865"/>
            <a:ext cx="96765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>
            <a:extLst>
              <a:ext uri="{FF2B5EF4-FFF2-40B4-BE49-F238E27FC236}">
                <a16:creationId xmlns:a16="http://schemas.microsoft.com/office/drawing/2014/main" id="{B784E7DF-5621-7D9C-A93D-E30777057483}"/>
              </a:ext>
            </a:extLst>
          </p:cNvPr>
          <p:cNvSpPr/>
          <p:nvPr/>
        </p:nvSpPr>
        <p:spPr>
          <a:xfrm>
            <a:off x="6030620" y="8152410"/>
            <a:ext cx="565150" cy="0"/>
          </a:xfrm>
          <a:custGeom>
            <a:avLst/>
            <a:gdLst/>
            <a:ahLst/>
            <a:cxnLst/>
            <a:rect l="l" t="t" r="r" b="b"/>
            <a:pathLst>
              <a:path w="565150">
                <a:moveTo>
                  <a:pt x="564651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>
            <a:extLst>
              <a:ext uri="{FF2B5EF4-FFF2-40B4-BE49-F238E27FC236}">
                <a16:creationId xmlns:a16="http://schemas.microsoft.com/office/drawing/2014/main" id="{1E9A7AE9-51A1-B2ED-9C42-1AC2C47FC4B6}"/>
              </a:ext>
            </a:extLst>
          </p:cNvPr>
          <p:cNvSpPr/>
          <p:nvPr/>
        </p:nvSpPr>
        <p:spPr>
          <a:xfrm>
            <a:off x="6236304" y="8008812"/>
            <a:ext cx="157480" cy="287655"/>
          </a:xfrm>
          <a:custGeom>
            <a:avLst/>
            <a:gdLst/>
            <a:ahLst/>
            <a:cxnLst/>
            <a:rect l="l" t="t" r="r" b="b"/>
            <a:pathLst>
              <a:path w="157479" h="287654">
                <a:moveTo>
                  <a:pt x="157442" y="0"/>
                </a:moveTo>
                <a:lnTo>
                  <a:pt x="0" y="0"/>
                </a:lnTo>
                <a:lnTo>
                  <a:pt x="0" y="287204"/>
                </a:lnTo>
                <a:lnTo>
                  <a:pt x="157442" y="287204"/>
                </a:lnTo>
                <a:lnTo>
                  <a:pt x="157442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>
            <a:extLst>
              <a:ext uri="{FF2B5EF4-FFF2-40B4-BE49-F238E27FC236}">
                <a16:creationId xmlns:a16="http://schemas.microsoft.com/office/drawing/2014/main" id="{53FE047F-D666-6CF5-D142-78D11B59C062}"/>
              </a:ext>
            </a:extLst>
          </p:cNvPr>
          <p:cNvSpPr/>
          <p:nvPr/>
        </p:nvSpPr>
        <p:spPr>
          <a:xfrm>
            <a:off x="6236304" y="8008812"/>
            <a:ext cx="157480" cy="287655"/>
          </a:xfrm>
          <a:custGeom>
            <a:avLst/>
            <a:gdLst/>
            <a:ahLst/>
            <a:cxnLst/>
            <a:rect l="l" t="t" r="r" b="b"/>
            <a:pathLst>
              <a:path w="157479" h="287654">
                <a:moveTo>
                  <a:pt x="157442" y="287204"/>
                </a:moveTo>
                <a:lnTo>
                  <a:pt x="0" y="287204"/>
                </a:lnTo>
                <a:lnTo>
                  <a:pt x="0" y="0"/>
                </a:lnTo>
                <a:lnTo>
                  <a:pt x="157442" y="0"/>
                </a:lnTo>
                <a:lnTo>
                  <a:pt x="157442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>
            <a:extLst>
              <a:ext uri="{FF2B5EF4-FFF2-40B4-BE49-F238E27FC236}">
                <a16:creationId xmlns:a16="http://schemas.microsoft.com/office/drawing/2014/main" id="{0BDF0DAE-8784-9D9A-9FDD-18B8F4B093AF}"/>
              </a:ext>
            </a:extLst>
          </p:cNvPr>
          <p:cNvSpPr/>
          <p:nvPr/>
        </p:nvSpPr>
        <p:spPr>
          <a:xfrm>
            <a:off x="6316123" y="800880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>
            <a:extLst>
              <a:ext uri="{FF2B5EF4-FFF2-40B4-BE49-F238E27FC236}">
                <a16:creationId xmlns:a16="http://schemas.microsoft.com/office/drawing/2014/main" id="{377670EC-98BE-EF1D-3BAD-7ABBD3E8F24E}"/>
              </a:ext>
            </a:extLst>
          </p:cNvPr>
          <p:cNvSpPr/>
          <p:nvPr/>
        </p:nvSpPr>
        <p:spPr>
          <a:xfrm>
            <a:off x="6030622" y="800880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>
            <a:extLst>
              <a:ext uri="{FF2B5EF4-FFF2-40B4-BE49-F238E27FC236}">
                <a16:creationId xmlns:a16="http://schemas.microsoft.com/office/drawing/2014/main" id="{339A7604-AE1D-B4DB-6CAB-54863BBCE1D9}"/>
              </a:ext>
            </a:extLst>
          </p:cNvPr>
          <p:cNvSpPr/>
          <p:nvPr/>
        </p:nvSpPr>
        <p:spPr>
          <a:xfrm>
            <a:off x="6602072" y="800880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>
            <a:extLst>
              <a:ext uri="{FF2B5EF4-FFF2-40B4-BE49-F238E27FC236}">
                <a16:creationId xmlns:a16="http://schemas.microsoft.com/office/drawing/2014/main" id="{B2E7EB8F-99A2-465C-F877-875086927CF4}"/>
              </a:ext>
            </a:extLst>
          </p:cNvPr>
          <p:cNvSpPr/>
          <p:nvPr/>
        </p:nvSpPr>
        <p:spPr>
          <a:xfrm>
            <a:off x="3383404" y="800880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>
            <a:extLst>
              <a:ext uri="{FF2B5EF4-FFF2-40B4-BE49-F238E27FC236}">
                <a16:creationId xmlns:a16="http://schemas.microsoft.com/office/drawing/2014/main" id="{BF0C5AAB-DB95-713D-94A3-FBA916680312}"/>
              </a:ext>
            </a:extLst>
          </p:cNvPr>
          <p:cNvSpPr/>
          <p:nvPr/>
        </p:nvSpPr>
        <p:spPr>
          <a:xfrm>
            <a:off x="4489450" y="8008809"/>
            <a:ext cx="140201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>
            <a:extLst>
              <a:ext uri="{FF2B5EF4-FFF2-40B4-BE49-F238E27FC236}">
                <a16:creationId xmlns:a16="http://schemas.microsoft.com/office/drawing/2014/main" id="{FDA93531-4AA9-33D1-00E0-37122EC876F5}"/>
              </a:ext>
            </a:extLst>
          </p:cNvPr>
          <p:cNvSpPr/>
          <p:nvPr/>
        </p:nvSpPr>
        <p:spPr>
          <a:xfrm>
            <a:off x="6008976" y="3448755"/>
            <a:ext cx="635000" cy="0"/>
          </a:xfrm>
          <a:custGeom>
            <a:avLst/>
            <a:gdLst/>
            <a:ahLst/>
            <a:cxnLst/>
            <a:rect l="l" t="t" r="r" b="b"/>
            <a:pathLst>
              <a:path w="635000">
                <a:moveTo>
                  <a:pt x="634512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>
            <a:extLst>
              <a:ext uri="{FF2B5EF4-FFF2-40B4-BE49-F238E27FC236}">
                <a16:creationId xmlns:a16="http://schemas.microsoft.com/office/drawing/2014/main" id="{280391A0-2D44-C023-E1C1-45AD9C9C1A3D}"/>
              </a:ext>
            </a:extLst>
          </p:cNvPr>
          <p:cNvSpPr/>
          <p:nvPr/>
        </p:nvSpPr>
        <p:spPr>
          <a:xfrm>
            <a:off x="6230862" y="3305149"/>
            <a:ext cx="177165" cy="287655"/>
          </a:xfrm>
          <a:custGeom>
            <a:avLst/>
            <a:gdLst/>
            <a:ahLst/>
            <a:cxnLst/>
            <a:rect l="l" t="t" r="r" b="b"/>
            <a:pathLst>
              <a:path w="177164" h="287654">
                <a:moveTo>
                  <a:pt x="176713" y="0"/>
                </a:moveTo>
                <a:lnTo>
                  <a:pt x="0" y="0"/>
                </a:lnTo>
                <a:lnTo>
                  <a:pt x="0" y="287204"/>
                </a:lnTo>
                <a:lnTo>
                  <a:pt x="176713" y="287204"/>
                </a:lnTo>
                <a:lnTo>
                  <a:pt x="176713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>
            <a:extLst>
              <a:ext uri="{FF2B5EF4-FFF2-40B4-BE49-F238E27FC236}">
                <a16:creationId xmlns:a16="http://schemas.microsoft.com/office/drawing/2014/main" id="{DF61A530-7EDB-97C5-F585-B3D2C278DF69}"/>
              </a:ext>
            </a:extLst>
          </p:cNvPr>
          <p:cNvSpPr/>
          <p:nvPr/>
        </p:nvSpPr>
        <p:spPr>
          <a:xfrm>
            <a:off x="6230862" y="3305149"/>
            <a:ext cx="177165" cy="287655"/>
          </a:xfrm>
          <a:custGeom>
            <a:avLst/>
            <a:gdLst/>
            <a:ahLst/>
            <a:cxnLst/>
            <a:rect l="l" t="t" r="r" b="b"/>
            <a:pathLst>
              <a:path w="177164" h="287654">
                <a:moveTo>
                  <a:pt x="176713" y="287204"/>
                </a:moveTo>
                <a:lnTo>
                  <a:pt x="0" y="287204"/>
                </a:lnTo>
                <a:lnTo>
                  <a:pt x="0" y="0"/>
                </a:lnTo>
                <a:lnTo>
                  <a:pt x="176713" y="0"/>
                </a:lnTo>
                <a:lnTo>
                  <a:pt x="176713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>
            <a:extLst>
              <a:ext uri="{FF2B5EF4-FFF2-40B4-BE49-F238E27FC236}">
                <a16:creationId xmlns:a16="http://schemas.microsoft.com/office/drawing/2014/main" id="{05637575-7AE4-BA9A-3AA9-58546026ECC9}"/>
              </a:ext>
            </a:extLst>
          </p:cNvPr>
          <p:cNvSpPr/>
          <p:nvPr/>
        </p:nvSpPr>
        <p:spPr>
          <a:xfrm>
            <a:off x="6316872" y="330514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>
            <a:extLst>
              <a:ext uri="{FF2B5EF4-FFF2-40B4-BE49-F238E27FC236}">
                <a16:creationId xmlns:a16="http://schemas.microsoft.com/office/drawing/2014/main" id="{66E6D69F-2F63-C54A-A638-2F3CB39242DB}"/>
              </a:ext>
            </a:extLst>
          </p:cNvPr>
          <p:cNvSpPr/>
          <p:nvPr/>
        </p:nvSpPr>
        <p:spPr>
          <a:xfrm>
            <a:off x="6008972" y="330514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>
            <a:extLst>
              <a:ext uri="{FF2B5EF4-FFF2-40B4-BE49-F238E27FC236}">
                <a16:creationId xmlns:a16="http://schemas.microsoft.com/office/drawing/2014/main" id="{3B4F3990-C386-8038-5D16-7E5DECB88944}"/>
              </a:ext>
            </a:extLst>
          </p:cNvPr>
          <p:cNvSpPr/>
          <p:nvPr/>
        </p:nvSpPr>
        <p:spPr>
          <a:xfrm>
            <a:off x="6639874" y="330514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>
            <a:extLst>
              <a:ext uri="{FF2B5EF4-FFF2-40B4-BE49-F238E27FC236}">
                <a16:creationId xmlns:a16="http://schemas.microsoft.com/office/drawing/2014/main" id="{2B61567F-25AF-C230-0AF2-855AF123FD55}"/>
              </a:ext>
            </a:extLst>
          </p:cNvPr>
          <p:cNvSpPr/>
          <p:nvPr/>
        </p:nvSpPr>
        <p:spPr>
          <a:xfrm>
            <a:off x="3194050" y="3453599"/>
            <a:ext cx="1219200" cy="45719"/>
          </a:xfrm>
          <a:custGeom>
            <a:avLst/>
            <a:gdLst/>
            <a:ahLst/>
            <a:cxnLst/>
            <a:rect l="l" t="t" r="r" b="b"/>
            <a:pathLst>
              <a:path w="1237614">
                <a:moveTo>
                  <a:pt x="1237300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>
            <a:extLst>
              <a:ext uri="{FF2B5EF4-FFF2-40B4-BE49-F238E27FC236}">
                <a16:creationId xmlns:a16="http://schemas.microsoft.com/office/drawing/2014/main" id="{E1596A5A-7CCA-D834-286B-121958C75B72}"/>
              </a:ext>
            </a:extLst>
          </p:cNvPr>
          <p:cNvSpPr/>
          <p:nvPr/>
        </p:nvSpPr>
        <p:spPr>
          <a:xfrm>
            <a:off x="3194050" y="330368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>
            <a:extLst>
              <a:ext uri="{FF2B5EF4-FFF2-40B4-BE49-F238E27FC236}">
                <a16:creationId xmlns:a16="http://schemas.microsoft.com/office/drawing/2014/main" id="{60BB9AF0-ECFB-186F-3F61-6CF3A6F1BF74}"/>
              </a:ext>
            </a:extLst>
          </p:cNvPr>
          <p:cNvSpPr/>
          <p:nvPr/>
        </p:nvSpPr>
        <p:spPr>
          <a:xfrm>
            <a:off x="4413250" y="3323564"/>
            <a:ext cx="74862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>
            <a:extLst>
              <a:ext uri="{FF2B5EF4-FFF2-40B4-BE49-F238E27FC236}">
                <a16:creationId xmlns:a16="http://schemas.microsoft.com/office/drawing/2014/main" id="{E9C43E2E-7D9A-1496-DD76-CFC84C6C773B}"/>
              </a:ext>
            </a:extLst>
          </p:cNvPr>
          <p:cNvSpPr/>
          <p:nvPr/>
        </p:nvSpPr>
        <p:spPr>
          <a:xfrm flipV="1">
            <a:off x="5937250" y="5746747"/>
            <a:ext cx="975230" cy="45719"/>
          </a:xfrm>
          <a:custGeom>
            <a:avLst/>
            <a:gdLst/>
            <a:ahLst/>
            <a:cxnLst/>
            <a:rect l="l" t="t" r="r" b="b"/>
            <a:pathLst>
              <a:path w="870584">
                <a:moveTo>
                  <a:pt x="870093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>
            <a:extLst>
              <a:ext uri="{FF2B5EF4-FFF2-40B4-BE49-F238E27FC236}">
                <a16:creationId xmlns:a16="http://schemas.microsoft.com/office/drawing/2014/main" id="{2E305488-AFB4-54D5-3334-18C74D653A62}"/>
              </a:ext>
            </a:extLst>
          </p:cNvPr>
          <p:cNvSpPr/>
          <p:nvPr/>
        </p:nvSpPr>
        <p:spPr>
          <a:xfrm>
            <a:off x="5937250" y="565720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>
            <a:extLst>
              <a:ext uri="{FF2B5EF4-FFF2-40B4-BE49-F238E27FC236}">
                <a16:creationId xmlns:a16="http://schemas.microsoft.com/office/drawing/2014/main" id="{4D786835-C424-993B-0EBA-BEFDD85B1956}"/>
              </a:ext>
            </a:extLst>
          </p:cNvPr>
          <p:cNvSpPr/>
          <p:nvPr/>
        </p:nvSpPr>
        <p:spPr>
          <a:xfrm>
            <a:off x="6927850" y="565720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>
            <a:extLst>
              <a:ext uri="{FF2B5EF4-FFF2-40B4-BE49-F238E27FC236}">
                <a16:creationId xmlns:a16="http://schemas.microsoft.com/office/drawing/2014/main" id="{FC519A5A-0FEB-1455-0192-1E2B260480A2}"/>
              </a:ext>
            </a:extLst>
          </p:cNvPr>
          <p:cNvSpPr/>
          <p:nvPr/>
        </p:nvSpPr>
        <p:spPr>
          <a:xfrm flipV="1">
            <a:off x="3194051" y="5746751"/>
            <a:ext cx="1447800" cy="76200"/>
          </a:xfrm>
          <a:custGeom>
            <a:avLst/>
            <a:gdLst/>
            <a:ahLst/>
            <a:cxnLst/>
            <a:rect l="l" t="t" r="r" b="b"/>
            <a:pathLst>
              <a:path w="1398904">
                <a:moveTo>
                  <a:pt x="1398522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>
            <a:extLst>
              <a:ext uri="{FF2B5EF4-FFF2-40B4-BE49-F238E27FC236}">
                <a16:creationId xmlns:a16="http://schemas.microsoft.com/office/drawing/2014/main" id="{DFF24C22-F7A2-AF63-C208-0A14669E050D}"/>
              </a:ext>
            </a:extLst>
          </p:cNvPr>
          <p:cNvSpPr/>
          <p:nvPr/>
        </p:nvSpPr>
        <p:spPr>
          <a:xfrm>
            <a:off x="3825249" y="5668044"/>
            <a:ext cx="339725" cy="258404"/>
          </a:xfrm>
          <a:custGeom>
            <a:avLst/>
            <a:gdLst/>
            <a:ahLst/>
            <a:cxnLst/>
            <a:rect l="l" t="t" r="r" b="b"/>
            <a:pathLst>
              <a:path w="358775" h="287654">
                <a:moveTo>
                  <a:pt x="358169" y="0"/>
                </a:moveTo>
                <a:lnTo>
                  <a:pt x="0" y="0"/>
                </a:lnTo>
                <a:lnTo>
                  <a:pt x="0" y="287204"/>
                </a:lnTo>
                <a:lnTo>
                  <a:pt x="358169" y="287204"/>
                </a:lnTo>
                <a:lnTo>
                  <a:pt x="358169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5" name="object 235">
            <a:extLst>
              <a:ext uri="{FF2B5EF4-FFF2-40B4-BE49-F238E27FC236}">
                <a16:creationId xmlns:a16="http://schemas.microsoft.com/office/drawing/2014/main" id="{723D460C-D27B-4375-7D0A-239175842AD4}"/>
              </a:ext>
            </a:extLst>
          </p:cNvPr>
          <p:cNvSpPr/>
          <p:nvPr/>
        </p:nvSpPr>
        <p:spPr>
          <a:xfrm>
            <a:off x="3825249" y="5670283"/>
            <a:ext cx="339725" cy="259825"/>
          </a:xfrm>
          <a:custGeom>
            <a:avLst/>
            <a:gdLst/>
            <a:ahLst/>
            <a:cxnLst/>
            <a:rect l="l" t="t" r="r" b="b"/>
            <a:pathLst>
              <a:path w="358775" h="287654">
                <a:moveTo>
                  <a:pt x="358169" y="287204"/>
                </a:moveTo>
                <a:lnTo>
                  <a:pt x="0" y="287204"/>
                </a:lnTo>
                <a:lnTo>
                  <a:pt x="0" y="0"/>
                </a:lnTo>
                <a:lnTo>
                  <a:pt x="358169" y="0"/>
                </a:lnTo>
                <a:lnTo>
                  <a:pt x="358169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>
            <a:extLst>
              <a:ext uri="{FF2B5EF4-FFF2-40B4-BE49-F238E27FC236}">
                <a16:creationId xmlns:a16="http://schemas.microsoft.com/office/drawing/2014/main" id="{B6B763B6-D24B-3307-D9DE-A9EBCB4A2B59}"/>
              </a:ext>
            </a:extLst>
          </p:cNvPr>
          <p:cNvSpPr/>
          <p:nvPr/>
        </p:nvSpPr>
        <p:spPr>
          <a:xfrm>
            <a:off x="3988015" y="5656293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>
            <a:extLst>
              <a:ext uri="{FF2B5EF4-FFF2-40B4-BE49-F238E27FC236}">
                <a16:creationId xmlns:a16="http://schemas.microsoft.com/office/drawing/2014/main" id="{405E317C-1808-59F9-D1DE-4CE99482146F}"/>
              </a:ext>
            </a:extLst>
          </p:cNvPr>
          <p:cNvSpPr/>
          <p:nvPr/>
        </p:nvSpPr>
        <p:spPr>
          <a:xfrm>
            <a:off x="3194050" y="565720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>
            <a:extLst>
              <a:ext uri="{FF2B5EF4-FFF2-40B4-BE49-F238E27FC236}">
                <a16:creationId xmlns:a16="http://schemas.microsoft.com/office/drawing/2014/main" id="{F81484CD-4830-82B3-30C5-ABC62E078AD0}"/>
              </a:ext>
            </a:extLst>
          </p:cNvPr>
          <p:cNvSpPr/>
          <p:nvPr/>
        </p:nvSpPr>
        <p:spPr>
          <a:xfrm>
            <a:off x="4641850" y="5654194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>
            <a:extLst>
              <a:ext uri="{FF2B5EF4-FFF2-40B4-BE49-F238E27FC236}">
                <a16:creationId xmlns:a16="http://schemas.microsoft.com/office/drawing/2014/main" id="{3216BDC8-A83E-FC10-32E6-16F41C35E7E6}"/>
              </a:ext>
            </a:extLst>
          </p:cNvPr>
          <p:cNvSpPr/>
          <p:nvPr/>
        </p:nvSpPr>
        <p:spPr>
          <a:xfrm>
            <a:off x="6092529" y="8485613"/>
            <a:ext cx="467359" cy="0"/>
          </a:xfrm>
          <a:custGeom>
            <a:avLst/>
            <a:gdLst/>
            <a:ahLst/>
            <a:cxnLst/>
            <a:rect l="l" t="t" r="r" b="b"/>
            <a:pathLst>
              <a:path w="467359">
                <a:moveTo>
                  <a:pt x="466988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>
            <a:extLst>
              <a:ext uri="{FF2B5EF4-FFF2-40B4-BE49-F238E27FC236}">
                <a16:creationId xmlns:a16="http://schemas.microsoft.com/office/drawing/2014/main" id="{91257B67-4559-9D30-1FE2-A8EA66E2E43F}"/>
              </a:ext>
            </a:extLst>
          </p:cNvPr>
          <p:cNvSpPr/>
          <p:nvPr/>
        </p:nvSpPr>
        <p:spPr>
          <a:xfrm>
            <a:off x="6255433" y="8342016"/>
            <a:ext cx="131445" cy="287655"/>
          </a:xfrm>
          <a:custGeom>
            <a:avLst/>
            <a:gdLst/>
            <a:ahLst/>
            <a:cxnLst/>
            <a:rect l="l" t="t" r="r" b="b"/>
            <a:pathLst>
              <a:path w="131445" h="287654">
                <a:moveTo>
                  <a:pt x="130835" y="0"/>
                </a:moveTo>
                <a:lnTo>
                  <a:pt x="0" y="0"/>
                </a:lnTo>
                <a:lnTo>
                  <a:pt x="0" y="287204"/>
                </a:lnTo>
                <a:lnTo>
                  <a:pt x="130835" y="287204"/>
                </a:lnTo>
                <a:lnTo>
                  <a:pt x="130835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>
            <a:extLst>
              <a:ext uri="{FF2B5EF4-FFF2-40B4-BE49-F238E27FC236}">
                <a16:creationId xmlns:a16="http://schemas.microsoft.com/office/drawing/2014/main" id="{1640FE9D-1616-37F1-CD92-7FEC16FC8960}"/>
              </a:ext>
            </a:extLst>
          </p:cNvPr>
          <p:cNvSpPr/>
          <p:nvPr/>
        </p:nvSpPr>
        <p:spPr>
          <a:xfrm>
            <a:off x="6255433" y="8342016"/>
            <a:ext cx="131445" cy="287655"/>
          </a:xfrm>
          <a:custGeom>
            <a:avLst/>
            <a:gdLst/>
            <a:ahLst/>
            <a:cxnLst/>
            <a:rect l="l" t="t" r="r" b="b"/>
            <a:pathLst>
              <a:path w="131445" h="287654">
                <a:moveTo>
                  <a:pt x="130835" y="287204"/>
                </a:moveTo>
                <a:lnTo>
                  <a:pt x="0" y="287204"/>
                </a:lnTo>
                <a:lnTo>
                  <a:pt x="0" y="0"/>
                </a:lnTo>
                <a:lnTo>
                  <a:pt x="130835" y="0"/>
                </a:lnTo>
                <a:lnTo>
                  <a:pt x="130835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>
            <a:extLst>
              <a:ext uri="{FF2B5EF4-FFF2-40B4-BE49-F238E27FC236}">
                <a16:creationId xmlns:a16="http://schemas.microsoft.com/office/drawing/2014/main" id="{C70C2430-9AED-3E9F-13D8-1DB2BBDD27C5}"/>
              </a:ext>
            </a:extLst>
          </p:cNvPr>
          <p:cNvSpPr/>
          <p:nvPr/>
        </p:nvSpPr>
        <p:spPr>
          <a:xfrm>
            <a:off x="6322719" y="834200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>
            <a:extLst>
              <a:ext uri="{FF2B5EF4-FFF2-40B4-BE49-F238E27FC236}">
                <a16:creationId xmlns:a16="http://schemas.microsoft.com/office/drawing/2014/main" id="{DC6F4D7D-9CC5-8D88-7050-4D1A6B2A27A7}"/>
              </a:ext>
            </a:extLst>
          </p:cNvPr>
          <p:cNvSpPr/>
          <p:nvPr/>
        </p:nvSpPr>
        <p:spPr>
          <a:xfrm>
            <a:off x="6091414" y="834200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>
            <a:extLst>
              <a:ext uri="{FF2B5EF4-FFF2-40B4-BE49-F238E27FC236}">
                <a16:creationId xmlns:a16="http://schemas.microsoft.com/office/drawing/2014/main" id="{3B466AAF-485D-C7CC-37CA-D589528326B2}"/>
              </a:ext>
            </a:extLst>
          </p:cNvPr>
          <p:cNvSpPr/>
          <p:nvPr/>
        </p:nvSpPr>
        <p:spPr>
          <a:xfrm>
            <a:off x="6559517" y="834200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>
            <a:extLst>
              <a:ext uri="{FF2B5EF4-FFF2-40B4-BE49-F238E27FC236}">
                <a16:creationId xmlns:a16="http://schemas.microsoft.com/office/drawing/2014/main" id="{802F517F-C2FD-AF5A-0807-23D8E6F9F183}"/>
              </a:ext>
            </a:extLst>
          </p:cNvPr>
          <p:cNvSpPr/>
          <p:nvPr/>
        </p:nvSpPr>
        <p:spPr>
          <a:xfrm flipV="1">
            <a:off x="3346450" y="8444231"/>
            <a:ext cx="1315003" cy="45719"/>
          </a:xfrm>
          <a:custGeom>
            <a:avLst/>
            <a:gdLst/>
            <a:ahLst/>
            <a:cxnLst/>
            <a:rect l="l" t="t" r="r" b="b"/>
            <a:pathLst>
              <a:path w="1226820">
                <a:moveTo>
                  <a:pt x="1226652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>
            <a:extLst>
              <a:ext uri="{FF2B5EF4-FFF2-40B4-BE49-F238E27FC236}">
                <a16:creationId xmlns:a16="http://schemas.microsoft.com/office/drawing/2014/main" id="{827082CA-A6A8-EB10-0AAB-913EBD3EE8A0}"/>
              </a:ext>
            </a:extLst>
          </p:cNvPr>
          <p:cNvSpPr/>
          <p:nvPr/>
        </p:nvSpPr>
        <p:spPr>
          <a:xfrm>
            <a:off x="3346450" y="8342009"/>
            <a:ext cx="97746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>
            <a:extLst>
              <a:ext uri="{FF2B5EF4-FFF2-40B4-BE49-F238E27FC236}">
                <a16:creationId xmlns:a16="http://schemas.microsoft.com/office/drawing/2014/main" id="{082A7340-48FB-BDD0-1524-01902742C58A}"/>
              </a:ext>
            </a:extLst>
          </p:cNvPr>
          <p:cNvSpPr/>
          <p:nvPr/>
        </p:nvSpPr>
        <p:spPr>
          <a:xfrm>
            <a:off x="3803650" y="8337550"/>
            <a:ext cx="338328" cy="287655"/>
          </a:xfrm>
          <a:custGeom>
            <a:avLst/>
            <a:gdLst/>
            <a:ahLst/>
            <a:cxnLst/>
            <a:rect l="l" t="t" r="r" b="b"/>
            <a:pathLst>
              <a:path w="320039" h="287654">
                <a:moveTo>
                  <a:pt x="319758" y="0"/>
                </a:moveTo>
                <a:lnTo>
                  <a:pt x="0" y="0"/>
                </a:lnTo>
                <a:lnTo>
                  <a:pt x="0" y="287204"/>
                </a:lnTo>
                <a:lnTo>
                  <a:pt x="319758" y="287204"/>
                </a:lnTo>
                <a:lnTo>
                  <a:pt x="319758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>
            <a:extLst>
              <a:ext uri="{FF2B5EF4-FFF2-40B4-BE49-F238E27FC236}">
                <a16:creationId xmlns:a16="http://schemas.microsoft.com/office/drawing/2014/main" id="{5F755865-EE6C-BA8C-BCB3-D99B4222353A}"/>
              </a:ext>
            </a:extLst>
          </p:cNvPr>
          <p:cNvSpPr/>
          <p:nvPr/>
        </p:nvSpPr>
        <p:spPr>
          <a:xfrm>
            <a:off x="3803650" y="8342016"/>
            <a:ext cx="338328" cy="287655"/>
          </a:xfrm>
          <a:custGeom>
            <a:avLst/>
            <a:gdLst/>
            <a:ahLst/>
            <a:cxnLst/>
            <a:rect l="l" t="t" r="r" b="b"/>
            <a:pathLst>
              <a:path w="320039" h="287654">
                <a:moveTo>
                  <a:pt x="319758" y="287204"/>
                </a:moveTo>
                <a:lnTo>
                  <a:pt x="0" y="287204"/>
                </a:lnTo>
                <a:lnTo>
                  <a:pt x="0" y="0"/>
                </a:lnTo>
                <a:lnTo>
                  <a:pt x="319758" y="0"/>
                </a:lnTo>
                <a:lnTo>
                  <a:pt x="319758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>
            <a:extLst>
              <a:ext uri="{FF2B5EF4-FFF2-40B4-BE49-F238E27FC236}">
                <a16:creationId xmlns:a16="http://schemas.microsoft.com/office/drawing/2014/main" id="{E8857F70-2E98-AE98-F19D-26F080A660FF}"/>
              </a:ext>
            </a:extLst>
          </p:cNvPr>
          <p:cNvSpPr/>
          <p:nvPr/>
        </p:nvSpPr>
        <p:spPr>
          <a:xfrm>
            <a:off x="3953714" y="834200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>
            <a:extLst>
              <a:ext uri="{FF2B5EF4-FFF2-40B4-BE49-F238E27FC236}">
                <a16:creationId xmlns:a16="http://schemas.microsoft.com/office/drawing/2014/main" id="{A7B9E4BD-9ED5-8A8F-8FB9-9093BDE97A5D}"/>
              </a:ext>
            </a:extLst>
          </p:cNvPr>
          <p:cNvSpPr/>
          <p:nvPr/>
        </p:nvSpPr>
        <p:spPr>
          <a:xfrm>
            <a:off x="4654981" y="834200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>
            <a:extLst>
              <a:ext uri="{FF2B5EF4-FFF2-40B4-BE49-F238E27FC236}">
                <a16:creationId xmlns:a16="http://schemas.microsoft.com/office/drawing/2014/main" id="{25B49637-4579-49BE-254B-7E5F56C8E12C}"/>
              </a:ext>
            </a:extLst>
          </p:cNvPr>
          <p:cNvSpPr/>
          <p:nvPr/>
        </p:nvSpPr>
        <p:spPr>
          <a:xfrm>
            <a:off x="6013450" y="3765550"/>
            <a:ext cx="649016" cy="45719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683916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>
            <a:extLst>
              <a:ext uri="{FF2B5EF4-FFF2-40B4-BE49-F238E27FC236}">
                <a16:creationId xmlns:a16="http://schemas.microsoft.com/office/drawing/2014/main" id="{48580DFA-E120-7E1F-C446-70A4AA0D6EB0}"/>
              </a:ext>
            </a:extLst>
          </p:cNvPr>
          <p:cNvSpPr/>
          <p:nvPr/>
        </p:nvSpPr>
        <p:spPr>
          <a:xfrm>
            <a:off x="6214692" y="3641423"/>
            <a:ext cx="188595" cy="287655"/>
          </a:xfrm>
          <a:custGeom>
            <a:avLst/>
            <a:gdLst/>
            <a:ahLst/>
            <a:cxnLst/>
            <a:rect l="l" t="t" r="r" b="b"/>
            <a:pathLst>
              <a:path w="188595" h="287654">
                <a:moveTo>
                  <a:pt x="188061" y="0"/>
                </a:moveTo>
                <a:lnTo>
                  <a:pt x="0" y="0"/>
                </a:lnTo>
                <a:lnTo>
                  <a:pt x="0" y="287204"/>
                </a:lnTo>
                <a:lnTo>
                  <a:pt x="188061" y="287204"/>
                </a:lnTo>
                <a:lnTo>
                  <a:pt x="188061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>
            <a:extLst>
              <a:ext uri="{FF2B5EF4-FFF2-40B4-BE49-F238E27FC236}">
                <a16:creationId xmlns:a16="http://schemas.microsoft.com/office/drawing/2014/main" id="{F948957C-952B-7E56-8D88-F6F67683AB68}"/>
              </a:ext>
            </a:extLst>
          </p:cNvPr>
          <p:cNvSpPr/>
          <p:nvPr/>
        </p:nvSpPr>
        <p:spPr>
          <a:xfrm>
            <a:off x="6214692" y="3641423"/>
            <a:ext cx="188595" cy="287655"/>
          </a:xfrm>
          <a:custGeom>
            <a:avLst/>
            <a:gdLst/>
            <a:ahLst/>
            <a:cxnLst/>
            <a:rect l="l" t="t" r="r" b="b"/>
            <a:pathLst>
              <a:path w="188595" h="287654">
                <a:moveTo>
                  <a:pt x="188061" y="287204"/>
                </a:moveTo>
                <a:lnTo>
                  <a:pt x="0" y="287204"/>
                </a:lnTo>
                <a:lnTo>
                  <a:pt x="0" y="0"/>
                </a:lnTo>
                <a:lnTo>
                  <a:pt x="188061" y="0"/>
                </a:lnTo>
                <a:lnTo>
                  <a:pt x="188061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>
            <a:extLst>
              <a:ext uri="{FF2B5EF4-FFF2-40B4-BE49-F238E27FC236}">
                <a16:creationId xmlns:a16="http://schemas.microsoft.com/office/drawing/2014/main" id="{009B47DF-90C1-09EE-934A-47A897AE6C08}"/>
              </a:ext>
            </a:extLst>
          </p:cNvPr>
          <p:cNvSpPr/>
          <p:nvPr/>
        </p:nvSpPr>
        <p:spPr>
          <a:xfrm>
            <a:off x="6318764" y="364142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>
            <a:extLst>
              <a:ext uri="{FF2B5EF4-FFF2-40B4-BE49-F238E27FC236}">
                <a16:creationId xmlns:a16="http://schemas.microsoft.com/office/drawing/2014/main" id="{2B4A24BB-D1B8-7025-6256-06C702C6506F}"/>
              </a:ext>
            </a:extLst>
          </p:cNvPr>
          <p:cNvSpPr/>
          <p:nvPr/>
        </p:nvSpPr>
        <p:spPr>
          <a:xfrm>
            <a:off x="6013450" y="364135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>
            <a:extLst>
              <a:ext uri="{FF2B5EF4-FFF2-40B4-BE49-F238E27FC236}">
                <a16:creationId xmlns:a16="http://schemas.microsoft.com/office/drawing/2014/main" id="{78C5360C-3F1A-61DF-5CCC-CC7980C6A341}"/>
              </a:ext>
            </a:extLst>
          </p:cNvPr>
          <p:cNvSpPr/>
          <p:nvPr/>
        </p:nvSpPr>
        <p:spPr>
          <a:xfrm>
            <a:off x="6657372" y="364142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>
            <a:extLst>
              <a:ext uri="{FF2B5EF4-FFF2-40B4-BE49-F238E27FC236}">
                <a16:creationId xmlns:a16="http://schemas.microsoft.com/office/drawing/2014/main" id="{E2BC2A6C-F300-22E8-13BF-F6C438ADC111}"/>
              </a:ext>
            </a:extLst>
          </p:cNvPr>
          <p:cNvSpPr/>
          <p:nvPr/>
        </p:nvSpPr>
        <p:spPr>
          <a:xfrm flipV="1">
            <a:off x="3422650" y="3750311"/>
            <a:ext cx="1066800" cy="45719"/>
          </a:xfrm>
          <a:custGeom>
            <a:avLst/>
            <a:gdLst/>
            <a:ahLst/>
            <a:cxnLst/>
            <a:rect l="l" t="t" r="r" b="b"/>
            <a:pathLst>
              <a:path w="1388745">
                <a:moveTo>
                  <a:pt x="1388684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>
            <a:extLst>
              <a:ext uri="{FF2B5EF4-FFF2-40B4-BE49-F238E27FC236}">
                <a16:creationId xmlns:a16="http://schemas.microsoft.com/office/drawing/2014/main" id="{21631354-CE8B-6A11-6853-5C9447F9A940}"/>
              </a:ext>
            </a:extLst>
          </p:cNvPr>
          <p:cNvSpPr/>
          <p:nvPr/>
        </p:nvSpPr>
        <p:spPr>
          <a:xfrm>
            <a:off x="3768725" y="3670674"/>
            <a:ext cx="339725" cy="258404"/>
          </a:xfrm>
          <a:custGeom>
            <a:avLst/>
            <a:gdLst/>
            <a:ahLst/>
            <a:cxnLst/>
            <a:rect l="l" t="t" r="r" b="b"/>
            <a:pathLst>
              <a:path w="361950" h="287654">
                <a:moveTo>
                  <a:pt x="361695" y="0"/>
                </a:moveTo>
                <a:lnTo>
                  <a:pt x="0" y="0"/>
                </a:lnTo>
                <a:lnTo>
                  <a:pt x="0" y="287204"/>
                </a:lnTo>
                <a:lnTo>
                  <a:pt x="361695" y="287204"/>
                </a:lnTo>
                <a:lnTo>
                  <a:pt x="361695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>
            <a:extLst>
              <a:ext uri="{FF2B5EF4-FFF2-40B4-BE49-F238E27FC236}">
                <a16:creationId xmlns:a16="http://schemas.microsoft.com/office/drawing/2014/main" id="{B0C33B0E-F19F-065A-8A75-0FF6845CA68F}"/>
              </a:ext>
            </a:extLst>
          </p:cNvPr>
          <p:cNvSpPr/>
          <p:nvPr/>
        </p:nvSpPr>
        <p:spPr>
          <a:xfrm>
            <a:off x="3769027" y="3670674"/>
            <a:ext cx="339725" cy="258404"/>
          </a:xfrm>
          <a:custGeom>
            <a:avLst/>
            <a:gdLst/>
            <a:ahLst/>
            <a:cxnLst/>
            <a:rect l="l" t="t" r="r" b="b"/>
            <a:pathLst>
              <a:path w="361950" h="287654">
                <a:moveTo>
                  <a:pt x="361695" y="287204"/>
                </a:moveTo>
                <a:lnTo>
                  <a:pt x="0" y="287204"/>
                </a:lnTo>
                <a:lnTo>
                  <a:pt x="0" y="0"/>
                </a:lnTo>
                <a:lnTo>
                  <a:pt x="361695" y="0"/>
                </a:lnTo>
                <a:lnTo>
                  <a:pt x="361695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>
            <a:extLst>
              <a:ext uri="{FF2B5EF4-FFF2-40B4-BE49-F238E27FC236}">
                <a16:creationId xmlns:a16="http://schemas.microsoft.com/office/drawing/2014/main" id="{55E573E6-337A-6F80-84B9-C5E81AE4FC57}"/>
              </a:ext>
            </a:extLst>
          </p:cNvPr>
          <p:cNvSpPr/>
          <p:nvPr/>
        </p:nvSpPr>
        <p:spPr>
          <a:xfrm>
            <a:off x="3942130" y="3673782"/>
            <a:ext cx="45719" cy="258404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>
            <a:extLst>
              <a:ext uri="{FF2B5EF4-FFF2-40B4-BE49-F238E27FC236}">
                <a16:creationId xmlns:a16="http://schemas.microsoft.com/office/drawing/2014/main" id="{09661D6C-5FD8-9696-F952-57C0E25770C8}"/>
              </a:ext>
            </a:extLst>
          </p:cNvPr>
          <p:cNvSpPr/>
          <p:nvPr/>
        </p:nvSpPr>
        <p:spPr>
          <a:xfrm>
            <a:off x="3422650" y="364142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>
            <a:extLst>
              <a:ext uri="{FF2B5EF4-FFF2-40B4-BE49-F238E27FC236}">
                <a16:creationId xmlns:a16="http://schemas.microsoft.com/office/drawing/2014/main" id="{5E41E736-02F4-4EB4-D57B-DFE6E75B499B}"/>
              </a:ext>
            </a:extLst>
          </p:cNvPr>
          <p:cNvSpPr/>
          <p:nvPr/>
        </p:nvSpPr>
        <p:spPr>
          <a:xfrm>
            <a:off x="4489450" y="364135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>
            <a:extLst>
              <a:ext uri="{FF2B5EF4-FFF2-40B4-BE49-F238E27FC236}">
                <a16:creationId xmlns:a16="http://schemas.microsoft.com/office/drawing/2014/main" id="{0A466C55-C53A-2450-4A17-720990742222}"/>
              </a:ext>
            </a:extLst>
          </p:cNvPr>
          <p:cNvSpPr/>
          <p:nvPr/>
        </p:nvSpPr>
        <p:spPr>
          <a:xfrm>
            <a:off x="5861050" y="6127750"/>
            <a:ext cx="784919" cy="45719"/>
          </a:xfrm>
          <a:custGeom>
            <a:avLst/>
            <a:gdLst/>
            <a:ahLst/>
            <a:cxnLst/>
            <a:rect l="l" t="t" r="r" b="b"/>
            <a:pathLst>
              <a:path w="673100">
                <a:moveTo>
                  <a:pt x="672517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>
            <a:extLst>
              <a:ext uri="{FF2B5EF4-FFF2-40B4-BE49-F238E27FC236}">
                <a16:creationId xmlns:a16="http://schemas.microsoft.com/office/drawing/2014/main" id="{97B0B25F-E0E4-8D0F-D7F5-779B316182AB}"/>
              </a:ext>
            </a:extLst>
          </p:cNvPr>
          <p:cNvSpPr/>
          <p:nvPr/>
        </p:nvSpPr>
        <p:spPr>
          <a:xfrm>
            <a:off x="5861050" y="5993454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>
            <a:extLst>
              <a:ext uri="{FF2B5EF4-FFF2-40B4-BE49-F238E27FC236}">
                <a16:creationId xmlns:a16="http://schemas.microsoft.com/office/drawing/2014/main" id="{B4CFF470-08E9-BE77-635F-2A3A29E8360D}"/>
              </a:ext>
            </a:extLst>
          </p:cNvPr>
          <p:cNvSpPr/>
          <p:nvPr/>
        </p:nvSpPr>
        <p:spPr>
          <a:xfrm>
            <a:off x="6645386" y="599018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>
            <a:extLst>
              <a:ext uri="{FF2B5EF4-FFF2-40B4-BE49-F238E27FC236}">
                <a16:creationId xmlns:a16="http://schemas.microsoft.com/office/drawing/2014/main" id="{B0460F63-056D-5031-5247-F8F261E82AAB}"/>
              </a:ext>
            </a:extLst>
          </p:cNvPr>
          <p:cNvSpPr/>
          <p:nvPr/>
        </p:nvSpPr>
        <p:spPr>
          <a:xfrm>
            <a:off x="6213365" y="5990184"/>
            <a:ext cx="189865" cy="287655"/>
          </a:xfrm>
          <a:custGeom>
            <a:avLst/>
            <a:gdLst/>
            <a:ahLst/>
            <a:cxnLst/>
            <a:rect l="l" t="t" r="r" b="b"/>
            <a:pathLst>
              <a:path w="189864" h="287654">
                <a:moveTo>
                  <a:pt x="189460" y="0"/>
                </a:moveTo>
                <a:lnTo>
                  <a:pt x="0" y="0"/>
                </a:lnTo>
                <a:lnTo>
                  <a:pt x="0" y="287204"/>
                </a:lnTo>
                <a:lnTo>
                  <a:pt x="189460" y="287204"/>
                </a:lnTo>
                <a:lnTo>
                  <a:pt x="189460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>
            <a:extLst>
              <a:ext uri="{FF2B5EF4-FFF2-40B4-BE49-F238E27FC236}">
                <a16:creationId xmlns:a16="http://schemas.microsoft.com/office/drawing/2014/main" id="{F8F1B9A1-BD2E-2B5F-4192-0F9C2C0530CB}"/>
              </a:ext>
            </a:extLst>
          </p:cNvPr>
          <p:cNvSpPr/>
          <p:nvPr/>
        </p:nvSpPr>
        <p:spPr>
          <a:xfrm>
            <a:off x="6213365" y="5990184"/>
            <a:ext cx="189865" cy="287655"/>
          </a:xfrm>
          <a:custGeom>
            <a:avLst/>
            <a:gdLst/>
            <a:ahLst/>
            <a:cxnLst/>
            <a:rect l="l" t="t" r="r" b="b"/>
            <a:pathLst>
              <a:path w="189864" h="287654">
                <a:moveTo>
                  <a:pt x="189460" y="287204"/>
                </a:moveTo>
                <a:lnTo>
                  <a:pt x="0" y="287204"/>
                </a:lnTo>
                <a:lnTo>
                  <a:pt x="0" y="0"/>
                </a:lnTo>
                <a:lnTo>
                  <a:pt x="189460" y="0"/>
                </a:lnTo>
                <a:lnTo>
                  <a:pt x="189460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>
            <a:extLst>
              <a:ext uri="{FF2B5EF4-FFF2-40B4-BE49-F238E27FC236}">
                <a16:creationId xmlns:a16="http://schemas.microsoft.com/office/drawing/2014/main" id="{6DC36327-D841-C14A-184D-369600FD391B}"/>
              </a:ext>
            </a:extLst>
          </p:cNvPr>
          <p:cNvSpPr/>
          <p:nvPr/>
        </p:nvSpPr>
        <p:spPr>
          <a:xfrm>
            <a:off x="6310175" y="599018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>
            <a:extLst>
              <a:ext uri="{FF2B5EF4-FFF2-40B4-BE49-F238E27FC236}">
                <a16:creationId xmlns:a16="http://schemas.microsoft.com/office/drawing/2014/main" id="{C87FADDF-BE07-0FC6-3C39-BE6123F8BF59}"/>
              </a:ext>
            </a:extLst>
          </p:cNvPr>
          <p:cNvSpPr/>
          <p:nvPr/>
        </p:nvSpPr>
        <p:spPr>
          <a:xfrm>
            <a:off x="3498850" y="6124077"/>
            <a:ext cx="1219200" cy="45719"/>
          </a:xfrm>
          <a:custGeom>
            <a:avLst/>
            <a:gdLst/>
            <a:ahLst/>
            <a:cxnLst/>
            <a:rect l="l" t="t" r="r" b="b"/>
            <a:pathLst>
              <a:path w="1391285">
                <a:moveTo>
                  <a:pt x="1391045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>
            <a:extLst>
              <a:ext uri="{FF2B5EF4-FFF2-40B4-BE49-F238E27FC236}">
                <a16:creationId xmlns:a16="http://schemas.microsoft.com/office/drawing/2014/main" id="{F06F478D-64ED-D217-2E62-DB0E89B45980}"/>
              </a:ext>
            </a:extLst>
          </p:cNvPr>
          <p:cNvSpPr/>
          <p:nvPr/>
        </p:nvSpPr>
        <p:spPr>
          <a:xfrm>
            <a:off x="3902075" y="5992495"/>
            <a:ext cx="339725" cy="287655"/>
          </a:xfrm>
          <a:custGeom>
            <a:avLst/>
            <a:gdLst/>
            <a:ahLst/>
            <a:cxnLst/>
            <a:rect l="l" t="t" r="r" b="b"/>
            <a:pathLst>
              <a:path w="358775" h="287654">
                <a:moveTo>
                  <a:pt x="358169" y="0"/>
                </a:moveTo>
                <a:lnTo>
                  <a:pt x="0" y="0"/>
                </a:lnTo>
                <a:lnTo>
                  <a:pt x="0" y="287204"/>
                </a:lnTo>
                <a:lnTo>
                  <a:pt x="358169" y="287204"/>
                </a:lnTo>
                <a:lnTo>
                  <a:pt x="358169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>
            <a:extLst>
              <a:ext uri="{FF2B5EF4-FFF2-40B4-BE49-F238E27FC236}">
                <a16:creationId xmlns:a16="http://schemas.microsoft.com/office/drawing/2014/main" id="{F7154777-C5CB-9CCC-54F3-503B73E3DA35}"/>
              </a:ext>
            </a:extLst>
          </p:cNvPr>
          <p:cNvSpPr/>
          <p:nvPr/>
        </p:nvSpPr>
        <p:spPr>
          <a:xfrm>
            <a:off x="3884999" y="5990448"/>
            <a:ext cx="358775" cy="287655"/>
          </a:xfrm>
          <a:custGeom>
            <a:avLst/>
            <a:gdLst/>
            <a:ahLst/>
            <a:cxnLst/>
            <a:rect l="l" t="t" r="r" b="b"/>
            <a:pathLst>
              <a:path w="358775" h="287654">
                <a:moveTo>
                  <a:pt x="358169" y="287204"/>
                </a:moveTo>
                <a:lnTo>
                  <a:pt x="0" y="287204"/>
                </a:lnTo>
                <a:lnTo>
                  <a:pt x="0" y="0"/>
                </a:lnTo>
                <a:lnTo>
                  <a:pt x="358169" y="0"/>
                </a:lnTo>
                <a:lnTo>
                  <a:pt x="358169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>
            <a:extLst>
              <a:ext uri="{FF2B5EF4-FFF2-40B4-BE49-F238E27FC236}">
                <a16:creationId xmlns:a16="http://schemas.microsoft.com/office/drawing/2014/main" id="{6A6ECC64-C9EB-B176-3C2D-C97F9AF88789}"/>
              </a:ext>
            </a:extLst>
          </p:cNvPr>
          <p:cNvSpPr/>
          <p:nvPr/>
        </p:nvSpPr>
        <p:spPr>
          <a:xfrm>
            <a:off x="4019578" y="599018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>
            <a:extLst>
              <a:ext uri="{FF2B5EF4-FFF2-40B4-BE49-F238E27FC236}">
                <a16:creationId xmlns:a16="http://schemas.microsoft.com/office/drawing/2014/main" id="{5DB4A834-754F-49AB-19CD-CF251444D716}"/>
              </a:ext>
            </a:extLst>
          </p:cNvPr>
          <p:cNvSpPr/>
          <p:nvPr/>
        </p:nvSpPr>
        <p:spPr>
          <a:xfrm>
            <a:off x="3498850" y="5993454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>
            <a:extLst>
              <a:ext uri="{FF2B5EF4-FFF2-40B4-BE49-F238E27FC236}">
                <a16:creationId xmlns:a16="http://schemas.microsoft.com/office/drawing/2014/main" id="{D120D59B-1560-B863-4C10-ED58086E4512}"/>
              </a:ext>
            </a:extLst>
          </p:cNvPr>
          <p:cNvSpPr/>
          <p:nvPr/>
        </p:nvSpPr>
        <p:spPr>
          <a:xfrm>
            <a:off x="4742371" y="599044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>
            <a:extLst>
              <a:ext uri="{FF2B5EF4-FFF2-40B4-BE49-F238E27FC236}">
                <a16:creationId xmlns:a16="http://schemas.microsoft.com/office/drawing/2014/main" id="{FBAC0E1B-511B-BB01-0031-948BC2DD6190}"/>
              </a:ext>
            </a:extLst>
          </p:cNvPr>
          <p:cNvSpPr/>
          <p:nvPr/>
        </p:nvSpPr>
        <p:spPr>
          <a:xfrm flipV="1">
            <a:off x="3471401" y="8776262"/>
            <a:ext cx="1322849" cy="45719"/>
          </a:xfrm>
          <a:custGeom>
            <a:avLst/>
            <a:gdLst/>
            <a:ahLst/>
            <a:cxnLst/>
            <a:rect l="l" t="t" r="r" b="b"/>
            <a:pathLst>
              <a:path w="1499235">
                <a:moveTo>
                  <a:pt x="1498942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>
            <a:extLst>
              <a:ext uri="{FF2B5EF4-FFF2-40B4-BE49-F238E27FC236}">
                <a16:creationId xmlns:a16="http://schemas.microsoft.com/office/drawing/2014/main" id="{525618CE-E653-7214-A973-67C2724C7F60}"/>
              </a:ext>
            </a:extLst>
          </p:cNvPr>
          <p:cNvSpPr/>
          <p:nvPr/>
        </p:nvSpPr>
        <p:spPr>
          <a:xfrm>
            <a:off x="3965103" y="8678381"/>
            <a:ext cx="371947" cy="287655"/>
          </a:xfrm>
          <a:custGeom>
            <a:avLst/>
            <a:gdLst/>
            <a:ahLst/>
            <a:cxnLst/>
            <a:rect l="l" t="t" r="r" b="b"/>
            <a:pathLst>
              <a:path w="403860" h="287654">
                <a:moveTo>
                  <a:pt x="403855" y="0"/>
                </a:moveTo>
                <a:lnTo>
                  <a:pt x="0" y="0"/>
                </a:lnTo>
                <a:lnTo>
                  <a:pt x="0" y="287204"/>
                </a:lnTo>
                <a:lnTo>
                  <a:pt x="403855" y="287204"/>
                </a:lnTo>
                <a:lnTo>
                  <a:pt x="403855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>
            <a:extLst>
              <a:ext uri="{FF2B5EF4-FFF2-40B4-BE49-F238E27FC236}">
                <a16:creationId xmlns:a16="http://schemas.microsoft.com/office/drawing/2014/main" id="{0F0D353B-9A97-07B8-984B-CCF887ED05B5}"/>
              </a:ext>
            </a:extLst>
          </p:cNvPr>
          <p:cNvSpPr/>
          <p:nvPr/>
        </p:nvSpPr>
        <p:spPr>
          <a:xfrm>
            <a:off x="3965103" y="8678381"/>
            <a:ext cx="371947" cy="287655"/>
          </a:xfrm>
          <a:custGeom>
            <a:avLst/>
            <a:gdLst/>
            <a:ahLst/>
            <a:cxnLst/>
            <a:rect l="l" t="t" r="r" b="b"/>
            <a:pathLst>
              <a:path w="403860" h="287654">
                <a:moveTo>
                  <a:pt x="403855" y="287204"/>
                </a:moveTo>
                <a:lnTo>
                  <a:pt x="0" y="287204"/>
                </a:lnTo>
                <a:lnTo>
                  <a:pt x="0" y="0"/>
                </a:lnTo>
                <a:lnTo>
                  <a:pt x="403855" y="0"/>
                </a:lnTo>
                <a:lnTo>
                  <a:pt x="403855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>
            <a:extLst>
              <a:ext uri="{FF2B5EF4-FFF2-40B4-BE49-F238E27FC236}">
                <a16:creationId xmlns:a16="http://schemas.microsoft.com/office/drawing/2014/main" id="{191022D5-8D69-9BEA-33E0-22AF2B52C5D2}"/>
              </a:ext>
            </a:extLst>
          </p:cNvPr>
          <p:cNvSpPr/>
          <p:nvPr/>
        </p:nvSpPr>
        <p:spPr>
          <a:xfrm>
            <a:off x="4108450" y="867837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>
            <a:extLst>
              <a:ext uri="{FF2B5EF4-FFF2-40B4-BE49-F238E27FC236}">
                <a16:creationId xmlns:a16="http://schemas.microsoft.com/office/drawing/2014/main" id="{3D2D6B9B-B998-7603-3912-CAD2FC536744}"/>
              </a:ext>
            </a:extLst>
          </p:cNvPr>
          <p:cNvSpPr/>
          <p:nvPr/>
        </p:nvSpPr>
        <p:spPr>
          <a:xfrm>
            <a:off x="3455595" y="867837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>
            <a:extLst>
              <a:ext uri="{FF2B5EF4-FFF2-40B4-BE49-F238E27FC236}">
                <a16:creationId xmlns:a16="http://schemas.microsoft.com/office/drawing/2014/main" id="{0CC6C5E3-6737-B1B0-1E1C-D89EC5D9C1AD}"/>
              </a:ext>
            </a:extLst>
          </p:cNvPr>
          <p:cNvSpPr/>
          <p:nvPr/>
        </p:nvSpPr>
        <p:spPr>
          <a:xfrm>
            <a:off x="4794250" y="867765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>
            <a:extLst>
              <a:ext uri="{FF2B5EF4-FFF2-40B4-BE49-F238E27FC236}">
                <a16:creationId xmlns:a16="http://schemas.microsoft.com/office/drawing/2014/main" id="{8DEBF460-94F5-7593-72B4-EE1C9947673C}"/>
              </a:ext>
            </a:extLst>
          </p:cNvPr>
          <p:cNvSpPr/>
          <p:nvPr/>
        </p:nvSpPr>
        <p:spPr>
          <a:xfrm>
            <a:off x="5962737" y="4126076"/>
            <a:ext cx="734695" cy="0"/>
          </a:xfrm>
          <a:custGeom>
            <a:avLst/>
            <a:gdLst/>
            <a:ahLst/>
            <a:cxnLst/>
            <a:rect l="l" t="t" r="r" b="b"/>
            <a:pathLst>
              <a:path w="734695">
                <a:moveTo>
                  <a:pt x="734576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>
            <a:extLst>
              <a:ext uri="{FF2B5EF4-FFF2-40B4-BE49-F238E27FC236}">
                <a16:creationId xmlns:a16="http://schemas.microsoft.com/office/drawing/2014/main" id="{B4511291-07A9-EA8A-3318-D1E183FC23FF}"/>
              </a:ext>
            </a:extLst>
          </p:cNvPr>
          <p:cNvSpPr/>
          <p:nvPr/>
        </p:nvSpPr>
        <p:spPr>
          <a:xfrm>
            <a:off x="6242050" y="3976180"/>
            <a:ext cx="228601" cy="305625"/>
          </a:xfrm>
          <a:custGeom>
            <a:avLst/>
            <a:gdLst/>
            <a:ahLst/>
            <a:cxnLst/>
            <a:rect l="l" t="t" r="r" b="b"/>
            <a:pathLst>
              <a:path w="194310" h="287654">
                <a:moveTo>
                  <a:pt x="193948" y="0"/>
                </a:moveTo>
                <a:lnTo>
                  <a:pt x="0" y="0"/>
                </a:lnTo>
                <a:lnTo>
                  <a:pt x="0" y="287204"/>
                </a:lnTo>
                <a:lnTo>
                  <a:pt x="193948" y="287204"/>
                </a:lnTo>
                <a:lnTo>
                  <a:pt x="193948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>
            <a:extLst>
              <a:ext uri="{FF2B5EF4-FFF2-40B4-BE49-F238E27FC236}">
                <a16:creationId xmlns:a16="http://schemas.microsoft.com/office/drawing/2014/main" id="{485715C4-7166-C6A3-8D5F-0B90E9C6384E}"/>
              </a:ext>
            </a:extLst>
          </p:cNvPr>
          <p:cNvSpPr/>
          <p:nvPr/>
        </p:nvSpPr>
        <p:spPr>
          <a:xfrm>
            <a:off x="6232250" y="3982480"/>
            <a:ext cx="238399" cy="287655"/>
          </a:xfrm>
          <a:custGeom>
            <a:avLst/>
            <a:gdLst/>
            <a:ahLst/>
            <a:cxnLst/>
            <a:rect l="l" t="t" r="r" b="b"/>
            <a:pathLst>
              <a:path w="194310" h="287654">
                <a:moveTo>
                  <a:pt x="193948" y="287204"/>
                </a:moveTo>
                <a:lnTo>
                  <a:pt x="0" y="287204"/>
                </a:lnTo>
                <a:lnTo>
                  <a:pt x="0" y="0"/>
                </a:lnTo>
                <a:lnTo>
                  <a:pt x="193948" y="0"/>
                </a:lnTo>
                <a:lnTo>
                  <a:pt x="193948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>
            <a:extLst>
              <a:ext uri="{FF2B5EF4-FFF2-40B4-BE49-F238E27FC236}">
                <a16:creationId xmlns:a16="http://schemas.microsoft.com/office/drawing/2014/main" id="{771F2B95-232F-84EA-FFA5-9171320B4B2C}"/>
              </a:ext>
            </a:extLst>
          </p:cNvPr>
          <p:cNvSpPr/>
          <p:nvPr/>
        </p:nvSpPr>
        <p:spPr>
          <a:xfrm>
            <a:off x="6321133" y="3982472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>
            <a:extLst>
              <a:ext uri="{FF2B5EF4-FFF2-40B4-BE49-F238E27FC236}">
                <a16:creationId xmlns:a16="http://schemas.microsoft.com/office/drawing/2014/main" id="{096C4F7E-3456-7E6C-3866-EB5BBC49FE90}"/>
              </a:ext>
            </a:extLst>
          </p:cNvPr>
          <p:cNvSpPr/>
          <p:nvPr/>
        </p:nvSpPr>
        <p:spPr>
          <a:xfrm>
            <a:off x="5962736" y="397572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>
            <a:extLst>
              <a:ext uri="{FF2B5EF4-FFF2-40B4-BE49-F238E27FC236}">
                <a16:creationId xmlns:a16="http://schemas.microsoft.com/office/drawing/2014/main" id="{BB77A42B-ABB4-6400-295A-D5D6E1D86A0B}"/>
              </a:ext>
            </a:extLst>
          </p:cNvPr>
          <p:cNvSpPr/>
          <p:nvPr/>
        </p:nvSpPr>
        <p:spPr>
          <a:xfrm>
            <a:off x="6697314" y="3982472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>
            <a:extLst>
              <a:ext uri="{FF2B5EF4-FFF2-40B4-BE49-F238E27FC236}">
                <a16:creationId xmlns:a16="http://schemas.microsoft.com/office/drawing/2014/main" id="{2E1A5921-1F07-FB34-F5BE-AA5A9EEC180B}"/>
              </a:ext>
            </a:extLst>
          </p:cNvPr>
          <p:cNvSpPr/>
          <p:nvPr/>
        </p:nvSpPr>
        <p:spPr>
          <a:xfrm flipV="1">
            <a:off x="3498851" y="4055112"/>
            <a:ext cx="1143000" cy="45719"/>
          </a:xfrm>
          <a:custGeom>
            <a:avLst/>
            <a:gdLst/>
            <a:ahLst/>
            <a:cxnLst/>
            <a:rect l="l" t="t" r="r" b="b"/>
            <a:pathLst>
              <a:path w="1678304">
                <a:moveTo>
                  <a:pt x="1677773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>
            <a:extLst>
              <a:ext uri="{FF2B5EF4-FFF2-40B4-BE49-F238E27FC236}">
                <a16:creationId xmlns:a16="http://schemas.microsoft.com/office/drawing/2014/main" id="{66AB5B6B-1085-EF9B-F7F4-6168C2D49286}"/>
              </a:ext>
            </a:extLst>
          </p:cNvPr>
          <p:cNvSpPr/>
          <p:nvPr/>
        </p:nvSpPr>
        <p:spPr>
          <a:xfrm>
            <a:off x="3823669" y="3994150"/>
            <a:ext cx="339725" cy="258404"/>
          </a:xfrm>
          <a:custGeom>
            <a:avLst/>
            <a:gdLst/>
            <a:ahLst/>
            <a:cxnLst/>
            <a:rect l="l" t="t" r="r" b="b"/>
            <a:pathLst>
              <a:path w="447039" h="287654">
                <a:moveTo>
                  <a:pt x="446845" y="0"/>
                </a:moveTo>
                <a:lnTo>
                  <a:pt x="0" y="0"/>
                </a:lnTo>
                <a:lnTo>
                  <a:pt x="0" y="287204"/>
                </a:lnTo>
                <a:lnTo>
                  <a:pt x="446845" y="287204"/>
                </a:lnTo>
                <a:lnTo>
                  <a:pt x="446845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>
            <a:extLst>
              <a:ext uri="{FF2B5EF4-FFF2-40B4-BE49-F238E27FC236}">
                <a16:creationId xmlns:a16="http://schemas.microsoft.com/office/drawing/2014/main" id="{02B0D8E5-6ECC-57DB-5983-3D8FCAAE75F8}"/>
              </a:ext>
            </a:extLst>
          </p:cNvPr>
          <p:cNvSpPr/>
          <p:nvPr/>
        </p:nvSpPr>
        <p:spPr>
          <a:xfrm>
            <a:off x="3823669" y="3994150"/>
            <a:ext cx="339725" cy="258404"/>
          </a:xfrm>
          <a:custGeom>
            <a:avLst/>
            <a:gdLst/>
            <a:ahLst/>
            <a:cxnLst/>
            <a:rect l="l" t="t" r="r" b="b"/>
            <a:pathLst>
              <a:path w="447039" h="287654">
                <a:moveTo>
                  <a:pt x="446845" y="287204"/>
                </a:moveTo>
                <a:lnTo>
                  <a:pt x="0" y="287204"/>
                </a:lnTo>
                <a:lnTo>
                  <a:pt x="0" y="0"/>
                </a:lnTo>
                <a:lnTo>
                  <a:pt x="446845" y="0"/>
                </a:lnTo>
                <a:lnTo>
                  <a:pt x="446845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>
            <a:extLst>
              <a:ext uri="{FF2B5EF4-FFF2-40B4-BE49-F238E27FC236}">
                <a16:creationId xmlns:a16="http://schemas.microsoft.com/office/drawing/2014/main" id="{30AABA0E-5694-2E66-F564-B3B4E7E248C2}"/>
              </a:ext>
            </a:extLst>
          </p:cNvPr>
          <p:cNvSpPr/>
          <p:nvPr/>
        </p:nvSpPr>
        <p:spPr>
          <a:xfrm>
            <a:off x="4001693" y="397572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>
            <a:extLst>
              <a:ext uri="{FF2B5EF4-FFF2-40B4-BE49-F238E27FC236}">
                <a16:creationId xmlns:a16="http://schemas.microsoft.com/office/drawing/2014/main" id="{36064B38-E45F-1832-C707-A17911759A4D}"/>
              </a:ext>
            </a:extLst>
          </p:cNvPr>
          <p:cNvSpPr/>
          <p:nvPr/>
        </p:nvSpPr>
        <p:spPr>
          <a:xfrm>
            <a:off x="3498850" y="397572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>
            <a:extLst>
              <a:ext uri="{FF2B5EF4-FFF2-40B4-BE49-F238E27FC236}">
                <a16:creationId xmlns:a16="http://schemas.microsoft.com/office/drawing/2014/main" id="{B3518F88-4CC6-43A9-2D9C-205B7872A711}"/>
              </a:ext>
            </a:extLst>
          </p:cNvPr>
          <p:cNvSpPr/>
          <p:nvPr/>
        </p:nvSpPr>
        <p:spPr>
          <a:xfrm>
            <a:off x="4641850" y="3986332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>
            <a:extLst>
              <a:ext uri="{FF2B5EF4-FFF2-40B4-BE49-F238E27FC236}">
                <a16:creationId xmlns:a16="http://schemas.microsoft.com/office/drawing/2014/main" id="{EA6A7B17-39CD-D013-FA47-4948E81A189F}"/>
              </a:ext>
            </a:extLst>
          </p:cNvPr>
          <p:cNvSpPr/>
          <p:nvPr/>
        </p:nvSpPr>
        <p:spPr>
          <a:xfrm>
            <a:off x="3937635" y="6331626"/>
            <a:ext cx="431800" cy="287655"/>
          </a:xfrm>
          <a:custGeom>
            <a:avLst/>
            <a:gdLst/>
            <a:ahLst/>
            <a:cxnLst/>
            <a:rect l="l" t="t" r="r" b="b"/>
            <a:pathLst>
              <a:path w="431800" h="287654">
                <a:moveTo>
                  <a:pt x="431323" y="0"/>
                </a:moveTo>
                <a:lnTo>
                  <a:pt x="0" y="0"/>
                </a:lnTo>
                <a:lnTo>
                  <a:pt x="0" y="287204"/>
                </a:lnTo>
                <a:lnTo>
                  <a:pt x="431323" y="287204"/>
                </a:lnTo>
                <a:lnTo>
                  <a:pt x="431323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>
            <a:extLst>
              <a:ext uri="{FF2B5EF4-FFF2-40B4-BE49-F238E27FC236}">
                <a16:creationId xmlns:a16="http://schemas.microsoft.com/office/drawing/2014/main" id="{02B75BB8-BEEE-EF6F-059E-761D18D058AE}"/>
              </a:ext>
            </a:extLst>
          </p:cNvPr>
          <p:cNvSpPr/>
          <p:nvPr/>
        </p:nvSpPr>
        <p:spPr>
          <a:xfrm>
            <a:off x="3937635" y="6331626"/>
            <a:ext cx="431800" cy="287655"/>
          </a:xfrm>
          <a:custGeom>
            <a:avLst/>
            <a:gdLst/>
            <a:ahLst/>
            <a:cxnLst/>
            <a:rect l="l" t="t" r="r" b="b"/>
            <a:pathLst>
              <a:path w="431800" h="287654">
                <a:moveTo>
                  <a:pt x="431323" y="287204"/>
                </a:moveTo>
                <a:lnTo>
                  <a:pt x="0" y="287204"/>
                </a:lnTo>
                <a:lnTo>
                  <a:pt x="0" y="0"/>
                </a:lnTo>
                <a:lnTo>
                  <a:pt x="431323" y="0"/>
                </a:lnTo>
                <a:lnTo>
                  <a:pt x="431323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>
            <a:extLst>
              <a:ext uri="{FF2B5EF4-FFF2-40B4-BE49-F238E27FC236}">
                <a16:creationId xmlns:a16="http://schemas.microsoft.com/office/drawing/2014/main" id="{130710C1-5F1A-A59D-7F02-855B8DA189AD}"/>
              </a:ext>
            </a:extLst>
          </p:cNvPr>
          <p:cNvSpPr/>
          <p:nvPr/>
        </p:nvSpPr>
        <p:spPr>
          <a:xfrm>
            <a:off x="3575050" y="6463031"/>
            <a:ext cx="1400501" cy="45719"/>
          </a:xfrm>
          <a:custGeom>
            <a:avLst/>
            <a:gdLst/>
            <a:ahLst/>
            <a:cxnLst/>
            <a:rect l="l" t="t" r="r" b="b"/>
            <a:pathLst>
              <a:path w="1540510">
                <a:moveTo>
                  <a:pt x="1540473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>
            <a:extLst>
              <a:ext uri="{FF2B5EF4-FFF2-40B4-BE49-F238E27FC236}">
                <a16:creationId xmlns:a16="http://schemas.microsoft.com/office/drawing/2014/main" id="{06ACAFAB-6E09-BBA4-592B-2CC34A43F0BA}"/>
              </a:ext>
            </a:extLst>
          </p:cNvPr>
          <p:cNvSpPr/>
          <p:nvPr/>
        </p:nvSpPr>
        <p:spPr>
          <a:xfrm>
            <a:off x="4184650" y="6331624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>
            <a:extLst>
              <a:ext uri="{FF2B5EF4-FFF2-40B4-BE49-F238E27FC236}">
                <a16:creationId xmlns:a16="http://schemas.microsoft.com/office/drawing/2014/main" id="{A89416C6-1C7D-C118-A2DF-993C26324545}"/>
              </a:ext>
            </a:extLst>
          </p:cNvPr>
          <p:cNvSpPr/>
          <p:nvPr/>
        </p:nvSpPr>
        <p:spPr>
          <a:xfrm>
            <a:off x="3575050" y="6331624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>
            <a:extLst>
              <a:ext uri="{FF2B5EF4-FFF2-40B4-BE49-F238E27FC236}">
                <a16:creationId xmlns:a16="http://schemas.microsoft.com/office/drawing/2014/main" id="{BA9494A6-AFD2-EECC-A054-C7DE40CC9C2B}"/>
              </a:ext>
            </a:extLst>
          </p:cNvPr>
          <p:cNvSpPr/>
          <p:nvPr/>
        </p:nvSpPr>
        <p:spPr>
          <a:xfrm>
            <a:off x="4970343" y="6331624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>
            <a:extLst>
              <a:ext uri="{FF2B5EF4-FFF2-40B4-BE49-F238E27FC236}">
                <a16:creationId xmlns:a16="http://schemas.microsoft.com/office/drawing/2014/main" id="{05B9B397-4D82-5AAC-FA39-91706E4FF895}"/>
              </a:ext>
            </a:extLst>
          </p:cNvPr>
          <p:cNvSpPr/>
          <p:nvPr/>
        </p:nvSpPr>
        <p:spPr>
          <a:xfrm>
            <a:off x="6085335" y="7473276"/>
            <a:ext cx="474345" cy="0"/>
          </a:xfrm>
          <a:custGeom>
            <a:avLst/>
            <a:gdLst/>
            <a:ahLst/>
            <a:cxnLst/>
            <a:rect l="l" t="t" r="r" b="b"/>
            <a:pathLst>
              <a:path w="474345">
                <a:moveTo>
                  <a:pt x="474182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300">
            <a:extLst>
              <a:ext uri="{FF2B5EF4-FFF2-40B4-BE49-F238E27FC236}">
                <a16:creationId xmlns:a16="http://schemas.microsoft.com/office/drawing/2014/main" id="{A14F34F7-EC6E-DB0F-C51F-248E51B7A30F}"/>
              </a:ext>
            </a:extLst>
          </p:cNvPr>
          <p:cNvSpPr/>
          <p:nvPr/>
        </p:nvSpPr>
        <p:spPr>
          <a:xfrm>
            <a:off x="6252576" y="7329678"/>
            <a:ext cx="134620" cy="287655"/>
          </a:xfrm>
          <a:custGeom>
            <a:avLst/>
            <a:gdLst/>
            <a:ahLst/>
            <a:cxnLst/>
            <a:rect l="l" t="t" r="r" b="b"/>
            <a:pathLst>
              <a:path w="134620" h="287654">
                <a:moveTo>
                  <a:pt x="134300" y="0"/>
                </a:moveTo>
                <a:lnTo>
                  <a:pt x="0" y="0"/>
                </a:lnTo>
                <a:lnTo>
                  <a:pt x="0" y="287204"/>
                </a:lnTo>
                <a:lnTo>
                  <a:pt x="134300" y="287204"/>
                </a:lnTo>
                <a:lnTo>
                  <a:pt x="134300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301">
            <a:extLst>
              <a:ext uri="{FF2B5EF4-FFF2-40B4-BE49-F238E27FC236}">
                <a16:creationId xmlns:a16="http://schemas.microsoft.com/office/drawing/2014/main" id="{7176F407-1155-8B75-C71B-50DA8AE0D7CB}"/>
              </a:ext>
            </a:extLst>
          </p:cNvPr>
          <p:cNvSpPr/>
          <p:nvPr/>
        </p:nvSpPr>
        <p:spPr>
          <a:xfrm>
            <a:off x="6252576" y="7329678"/>
            <a:ext cx="134620" cy="287655"/>
          </a:xfrm>
          <a:custGeom>
            <a:avLst/>
            <a:gdLst/>
            <a:ahLst/>
            <a:cxnLst/>
            <a:rect l="l" t="t" r="r" b="b"/>
            <a:pathLst>
              <a:path w="134620" h="287654">
                <a:moveTo>
                  <a:pt x="134300" y="287204"/>
                </a:moveTo>
                <a:lnTo>
                  <a:pt x="0" y="287204"/>
                </a:lnTo>
                <a:lnTo>
                  <a:pt x="0" y="0"/>
                </a:lnTo>
                <a:lnTo>
                  <a:pt x="134300" y="0"/>
                </a:lnTo>
                <a:lnTo>
                  <a:pt x="134300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302">
            <a:extLst>
              <a:ext uri="{FF2B5EF4-FFF2-40B4-BE49-F238E27FC236}">
                <a16:creationId xmlns:a16="http://schemas.microsoft.com/office/drawing/2014/main" id="{E4362E50-FA0C-5E1B-BB49-98A953F08AC2}"/>
              </a:ext>
            </a:extLst>
          </p:cNvPr>
          <p:cNvSpPr/>
          <p:nvPr/>
        </p:nvSpPr>
        <p:spPr>
          <a:xfrm>
            <a:off x="6319729" y="7329672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3">
            <a:extLst>
              <a:ext uri="{FF2B5EF4-FFF2-40B4-BE49-F238E27FC236}">
                <a16:creationId xmlns:a16="http://schemas.microsoft.com/office/drawing/2014/main" id="{30DC857E-A468-3AA8-8844-0FADA7220CD9}"/>
              </a:ext>
            </a:extLst>
          </p:cNvPr>
          <p:cNvSpPr/>
          <p:nvPr/>
        </p:nvSpPr>
        <p:spPr>
          <a:xfrm>
            <a:off x="6086279" y="7329672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04">
            <a:extLst>
              <a:ext uri="{FF2B5EF4-FFF2-40B4-BE49-F238E27FC236}">
                <a16:creationId xmlns:a16="http://schemas.microsoft.com/office/drawing/2014/main" id="{1775E28A-C361-99B8-718D-3443A46741AF}"/>
              </a:ext>
            </a:extLst>
          </p:cNvPr>
          <p:cNvSpPr/>
          <p:nvPr/>
        </p:nvSpPr>
        <p:spPr>
          <a:xfrm>
            <a:off x="6557157" y="7329672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05">
            <a:extLst>
              <a:ext uri="{FF2B5EF4-FFF2-40B4-BE49-F238E27FC236}">
                <a16:creationId xmlns:a16="http://schemas.microsoft.com/office/drawing/2014/main" id="{437288A1-15A0-B1B1-FCC4-6BF9C906DB23}"/>
              </a:ext>
            </a:extLst>
          </p:cNvPr>
          <p:cNvSpPr/>
          <p:nvPr/>
        </p:nvSpPr>
        <p:spPr>
          <a:xfrm>
            <a:off x="3413877" y="7473276"/>
            <a:ext cx="1324610" cy="0"/>
          </a:xfrm>
          <a:custGeom>
            <a:avLst/>
            <a:gdLst/>
            <a:ahLst/>
            <a:cxnLst/>
            <a:rect l="l" t="t" r="r" b="b"/>
            <a:pathLst>
              <a:path w="1324610">
                <a:moveTo>
                  <a:pt x="1324143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6">
            <a:extLst>
              <a:ext uri="{FF2B5EF4-FFF2-40B4-BE49-F238E27FC236}">
                <a16:creationId xmlns:a16="http://schemas.microsoft.com/office/drawing/2014/main" id="{0F73BBCB-956D-121A-E468-98CDCC196F35}"/>
              </a:ext>
            </a:extLst>
          </p:cNvPr>
          <p:cNvSpPr/>
          <p:nvPr/>
        </p:nvSpPr>
        <p:spPr>
          <a:xfrm>
            <a:off x="3422288" y="732967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7">
            <a:extLst>
              <a:ext uri="{FF2B5EF4-FFF2-40B4-BE49-F238E27FC236}">
                <a16:creationId xmlns:a16="http://schemas.microsoft.com/office/drawing/2014/main" id="{1D702FA0-F590-A4FC-BEA5-AE55501CD037}"/>
              </a:ext>
            </a:extLst>
          </p:cNvPr>
          <p:cNvSpPr/>
          <p:nvPr/>
        </p:nvSpPr>
        <p:spPr>
          <a:xfrm>
            <a:off x="4740728" y="732967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8">
            <a:extLst>
              <a:ext uri="{FF2B5EF4-FFF2-40B4-BE49-F238E27FC236}">
                <a16:creationId xmlns:a16="http://schemas.microsoft.com/office/drawing/2014/main" id="{0CCA2D65-AD50-1DFA-94BC-BC69A6632298}"/>
              </a:ext>
            </a:extLst>
          </p:cNvPr>
          <p:cNvSpPr/>
          <p:nvPr/>
        </p:nvSpPr>
        <p:spPr>
          <a:xfrm>
            <a:off x="3920168" y="7329678"/>
            <a:ext cx="341630" cy="287655"/>
          </a:xfrm>
          <a:custGeom>
            <a:avLst/>
            <a:gdLst/>
            <a:ahLst/>
            <a:cxnLst/>
            <a:rect l="l" t="t" r="r" b="b"/>
            <a:pathLst>
              <a:path w="341629" h="287654">
                <a:moveTo>
                  <a:pt x="341005" y="0"/>
                </a:moveTo>
                <a:lnTo>
                  <a:pt x="0" y="0"/>
                </a:lnTo>
                <a:lnTo>
                  <a:pt x="0" y="287204"/>
                </a:lnTo>
                <a:lnTo>
                  <a:pt x="341005" y="287204"/>
                </a:lnTo>
                <a:lnTo>
                  <a:pt x="341005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>
            <a:extLst>
              <a:ext uri="{FF2B5EF4-FFF2-40B4-BE49-F238E27FC236}">
                <a16:creationId xmlns:a16="http://schemas.microsoft.com/office/drawing/2014/main" id="{EE7AA762-2A18-2B49-585E-DBED8923EE38}"/>
              </a:ext>
            </a:extLst>
          </p:cNvPr>
          <p:cNvSpPr/>
          <p:nvPr/>
        </p:nvSpPr>
        <p:spPr>
          <a:xfrm>
            <a:off x="3920168" y="7329678"/>
            <a:ext cx="341630" cy="287655"/>
          </a:xfrm>
          <a:custGeom>
            <a:avLst/>
            <a:gdLst/>
            <a:ahLst/>
            <a:cxnLst/>
            <a:rect l="l" t="t" r="r" b="b"/>
            <a:pathLst>
              <a:path w="341629" h="287654">
                <a:moveTo>
                  <a:pt x="341005" y="287204"/>
                </a:moveTo>
                <a:lnTo>
                  <a:pt x="0" y="287204"/>
                </a:lnTo>
                <a:lnTo>
                  <a:pt x="0" y="0"/>
                </a:lnTo>
                <a:lnTo>
                  <a:pt x="341005" y="0"/>
                </a:lnTo>
                <a:lnTo>
                  <a:pt x="341005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10">
            <a:extLst>
              <a:ext uri="{FF2B5EF4-FFF2-40B4-BE49-F238E27FC236}">
                <a16:creationId xmlns:a16="http://schemas.microsoft.com/office/drawing/2014/main" id="{EA09A586-C57A-2C70-1BF5-6C8BF4694AE8}"/>
              </a:ext>
            </a:extLst>
          </p:cNvPr>
          <p:cNvSpPr/>
          <p:nvPr/>
        </p:nvSpPr>
        <p:spPr>
          <a:xfrm>
            <a:off x="4049808" y="732967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>
            <a:extLst>
              <a:ext uri="{FF2B5EF4-FFF2-40B4-BE49-F238E27FC236}">
                <a16:creationId xmlns:a16="http://schemas.microsoft.com/office/drawing/2014/main" id="{C336DA0F-DA2C-D1C4-7926-33DFD349C878}"/>
              </a:ext>
            </a:extLst>
          </p:cNvPr>
          <p:cNvSpPr/>
          <p:nvPr/>
        </p:nvSpPr>
        <p:spPr>
          <a:xfrm flipV="1">
            <a:off x="5784850" y="2729231"/>
            <a:ext cx="1234853" cy="45719"/>
          </a:xfrm>
          <a:custGeom>
            <a:avLst/>
            <a:gdLst/>
            <a:ahLst/>
            <a:cxnLst/>
            <a:rect l="l" t="t" r="r" b="b"/>
            <a:pathLst>
              <a:path w="1403984">
                <a:moveTo>
                  <a:pt x="1403923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>
            <a:extLst>
              <a:ext uri="{FF2B5EF4-FFF2-40B4-BE49-F238E27FC236}">
                <a16:creationId xmlns:a16="http://schemas.microsoft.com/office/drawing/2014/main" id="{D4B21042-0EDE-938C-7592-B15E8393B805}"/>
              </a:ext>
            </a:extLst>
          </p:cNvPr>
          <p:cNvSpPr/>
          <p:nvPr/>
        </p:nvSpPr>
        <p:spPr>
          <a:xfrm>
            <a:off x="6242050" y="2627677"/>
            <a:ext cx="245999" cy="287655"/>
          </a:xfrm>
          <a:custGeom>
            <a:avLst/>
            <a:gdLst/>
            <a:ahLst/>
            <a:cxnLst/>
            <a:rect l="l" t="t" r="r" b="b"/>
            <a:pathLst>
              <a:path w="353695" h="287655">
                <a:moveTo>
                  <a:pt x="353356" y="0"/>
                </a:moveTo>
                <a:lnTo>
                  <a:pt x="0" y="0"/>
                </a:lnTo>
                <a:lnTo>
                  <a:pt x="0" y="287204"/>
                </a:lnTo>
                <a:lnTo>
                  <a:pt x="353356" y="287204"/>
                </a:lnTo>
                <a:lnTo>
                  <a:pt x="353356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3">
            <a:extLst>
              <a:ext uri="{FF2B5EF4-FFF2-40B4-BE49-F238E27FC236}">
                <a16:creationId xmlns:a16="http://schemas.microsoft.com/office/drawing/2014/main" id="{33B8E918-35B7-4228-6C35-7E7C180E6522}"/>
              </a:ext>
            </a:extLst>
          </p:cNvPr>
          <p:cNvSpPr/>
          <p:nvPr/>
        </p:nvSpPr>
        <p:spPr>
          <a:xfrm>
            <a:off x="6242050" y="2627677"/>
            <a:ext cx="245999" cy="287655"/>
          </a:xfrm>
          <a:custGeom>
            <a:avLst/>
            <a:gdLst/>
            <a:ahLst/>
            <a:cxnLst/>
            <a:rect l="l" t="t" r="r" b="b"/>
            <a:pathLst>
              <a:path w="353695" h="287655">
                <a:moveTo>
                  <a:pt x="353356" y="287204"/>
                </a:moveTo>
                <a:lnTo>
                  <a:pt x="0" y="287204"/>
                </a:lnTo>
                <a:lnTo>
                  <a:pt x="0" y="0"/>
                </a:lnTo>
                <a:lnTo>
                  <a:pt x="353356" y="0"/>
                </a:lnTo>
                <a:lnTo>
                  <a:pt x="353356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>
            <a:extLst>
              <a:ext uri="{FF2B5EF4-FFF2-40B4-BE49-F238E27FC236}">
                <a16:creationId xmlns:a16="http://schemas.microsoft.com/office/drawing/2014/main" id="{3CC61778-3D04-5294-564A-97F7A2317159}"/>
              </a:ext>
            </a:extLst>
          </p:cNvPr>
          <p:cNvSpPr/>
          <p:nvPr/>
        </p:nvSpPr>
        <p:spPr>
          <a:xfrm>
            <a:off x="6394450" y="262767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5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>
            <a:extLst>
              <a:ext uri="{FF2B5EF4-FFF2-40B4-BE49-F238E27FC236}">
                <a16:creationId xmlns:a16="http://schemas.microsoft.com/office/drawing/2014/main" id="{3081434F-5E52-B2B2-77BF-ED86689F34F9}"/>
              </a:ext>
            </a:extLst>
          </p:cNvPr>
          <p:cNvSpPr/>
          <p:nvPr/>
        </p:nvSpPr>
        <p:spPr>
          <a:xfrm>
            <a:off x="5784850" y="263071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5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6">
            <a:extLst>
              <a:ext uri="{FF2B5EF4-FFF2-40B4-BE49-F238E27FC236}">
                <a16:creationId xmlns:a16="http://schemas.microsoft.com/office/drawing/2014/main" id="{4FB5E93D-633A-BD13-80F9-10A805CCF968}"/>
              </a:ext>
            </a:extLst>
          </p:cNvPr>
          <p:cNvSpPr/>
          <p:nvPr/>
        </p:nvSpPr>
        <p:spPr>
          <a:xfrm>
            <a:off x="7026227" y="262767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5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7">
            <a:extLst>
              <a:ext uri="{FF2B5EF4-FFF2-40B4-BE49-F238E27FC236}">
                <a16:creationId xmlns:a16="http://schemas.microsoft.com/office/drawing/2014/main" id="{053F1AE8-574F-DC4F-37C5-9A7E0BD16C56}"/>
              </a:ext>
            </a:extLst>
          </p:cNvPr>
          <p:cNvSpPr/>
          <p:nvPr/>
        </p:nvSpPr>
        <p:spPr>
          <a:xfrm>
            <a:off x="3956050" y="2771279"/>
            <a:ext cx="1066800" cy="45719"/>
          </a:xfrm>
          <a:custGeom>
            <a:avLst/>
            <a:gdLst/>
            <a:ahLst/>
            <a:cxnLst/>
            <a:rect l="l" t="t" r="r" b="b"/>
            <a:pathLst>
              <a:path w="1285875">
                <a:moveTo>
                  <a:pt x="1285600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8">
            <a:extLst>
              <a:ext uri="{FF2B5EF4-FFF2-40B4-BE49-F238E27FC236}">
                <a16:creationId xmlns:a16="http://schemas.microsoft.com/office/drawing/2014/main" id="{3EF83F6D-4455-7E1A-64FC-86BCB4009518}"/>
              </a:ext>
            </a:extLst>
          </p:cNvPr>
          <p:cNvSpPr/>
          <p:nvPr/>
        </p:nvSpPr>
        <p:spPr>
          <a:xfrm>
            <a:off x="3956050" y="263071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5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object 319">
            <a:extLst>
              <a:ext uri="{FF2B5EF4-FFF2-40B4-BE49-F238E27FC236}">
                <a16:creationId xmlns:a16="http://schemas.microsoft.com/office/drawing/2014/main" id="{C9F4ACC3-C361-27CA-0A44-F454538F6392}"/>
              </a:ext>
            </a:extLst>
          </p:cNvPr>
          <p:cNvSpPr/>
          <p:nvPr/>
        </p:nvSpPr>
        <p:spPr>
          <a:xfrm>
            <a:off x="5022850" y="262767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5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20">
            <a:extLst>
              <a:ext uri="{FF2B5EF4-FFF2-40B4-BE49-F238E27FC236}">
                <a16:creationId xmlns:a16="http://schemas.microsoft.com/office/drawing/2014/main" id="{B1132F8C-206A-9FB0-FE05-3B2D88504540}"/>
              </a:ext>
            </a:extLst>
          </p:cNvPr>
          <p:cNvSpPr/>
          <p:nvPr/>
        </p:nvSpPr>
        <p:spPr>
          <a:xfrm>
            <a:off x="4184650" y="2622549"/>
            <a:ext cx="609600" cy="277405"/>
          </a:xfrm>
          <a:custGeom>
            <a:avLst/>
            <a:gdLst/>
            <a:ahLst/>
            <a:cxnLst/>
            <a:rect l="l" t="t" r="r" b="b"/>
            <a:pathLst>
              <a:path w="522604" h="287655">
                <a:moveTo>
                  <a:pt x="522431" y="0"/>
                </a:moveTo>
                <a:lnTo>
                  <a:pt x="0" y="0"/>
                </a:lnTo>
                <a:lnTo>
                  <a:pt x="0" y="287204"/>
                </a:lnTo>
                <a:lnTo>
                  <a:pt x="522431" y="287204"/>
                </a:lnTo>
                <a:lnTo>
                  <a:pt x="522431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1" name="object 321">
            <a:extLst>
              <a:ext uri="{FF2B5EF4-FFF2-40B4-BE49-F238E27FC236}">
                <a16:creationId xmlns:a16="http://schemas.microsoft.com/office/drawing/2014/main" id="{AE038ECB-9637-A82A-2201-673AE5C8B5AF}"/>
              </a:ext>
            </a:extLst>
          </p:cNvPr>
          <p:cNvSpPr/>
          <p:nvPr/>
        </p:nvSpPr>
        <p:spPr>
          <a:xfrm>
            <a:off x="4184650" y="2627678"/>
            <a:ext cx="609600" cy="269240"/>
          </a:xfrm>
          <a:custGeom>
            <a:avLst/>
            <a:gdLst/>
            <a:ahLst/>
            <a:cxnLst/>
            <a:rect l="l" t="t" r="r" b="b"/>
            <a:pathLst>
              <a:path w="522604" h="287655">
                <a:moveTo>
                  <a:pt x="522431" y="287204"/>
                </a:moveTo>
                <a:lnTo>
                  <a:pt x="0" y="287204"/>
                </a:lnTo>
                <a:lnTo>
                  <a:pt x="0" y="0"/>
                </a:lnTo>
                <a:lnTo>
                  <a:pt x="522431" y="0"/>
                </a:lnTo>
                <a:lnTo>
                  <a:pt x="522431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>
            <a:extLst>
              <a:ext uri="{FF2B5EF4-FFF2-40B4-BE49-F238E27FC236}">
                <a16:creationId xmlns:a16="http://schemas.microsoft.com/office/drawing/2014/main" id="{B42AB160-9AA4-16D5-BD10-662E56A184BE}"/>
              </a:ext>
            </a:extLst>
          </p:cNvPr>
          <p:cNvSpPr/>
          <p:nvPr/>
        </p:nvSpPr>
        <p:spPr>
          <a:xfrm>
            <a:off x="4489450" y="262767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5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>
            <a:extLst>
              <a:ext uri="{FF2B5EF4-FFF2-40B4-BE49-F238E27FC236}">
                <a16:creationId xmlns:a16="http://schemas.microsoft.com/office/drawing/2014/main" id="{C8FB8574-C369-F1D8-70E0-6A6273BF529F}"/>
              </a:ext>
            </a:extLst>
          </p:cNvPr>
          <p:cNvSpPr/>
          <p:nvPr/>
        </p:nvSpPr>
        <p:spPr>
          <a:xfrm>
            <a:off x="5805688" y="5125997"/>
            <a:ext cx="970280" cy="0"/>
          </a:xfrm>
          <a:custGeom>
            <a:avLst/>
            <a:gdLst/>
            <a:ahLst/>
            <a:cxnLst/>
            <a:rect l="l" t="t" r="r" b="b"/>
            <a:pathLst>
              <a:path w="970279">
                <a:moveTo>
                  <a:pt x="970148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>
            <a:extLst>
              <a:ext uri="{FF2B5EF4-FFF2-40B4-BE49-F238E27FC236}">
                <a16:creationId xmlns:a16="http://schemas.microsoft.com/office/drawing/2014/main" id="{00696C10-D529-5E94-0590-A01353CBBC8B}"/>
              </a:ext>
            </a:extLst>
          </p:cNvPr>
          <p:cNvSpPr/>
          <p:nvPr/>
        </p:nvSpPr>
        <p:spPr>
          <a:xfrm>
            <a:off x="5805690" y="498239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5">
            <a:extLst>
              <a:ext uri="{FF2B5EF4-FFF2-40B4-BE49-F238E27FC236}">
                <a16:creationId xmlns:a16="http://schemas.microsoft.com/office/drawing/2014/main" id="{561349BF-E3F9-C7BB-A784-3FB4A307712B}"/>
              </a:ext>
            </a:extLst>
          </p:cNvPr>
          <p:cNvSpPr/>
          <p:nvPr/>
        </p:nvSpPr>
        <p:spPr>
          <a:xfrm>
            <a:off x="6775836" y="498239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6">
            <a:extLst>
              <a:ext uri="{FF2B5EF4-FFF2-40B4-BE49-F238E27FC236}">
                <a16:creationId xmlns:a16="http://schemas.microsoft.com/office/drawing/2014/main" id="{5DA9D101-9ECB-EC37-BBD0-CCF06BEAF08F}"/>
              </a:ext>
            </a:extLst>
          </p:cNvPr>
          <p:cNvSpPr/>
          <p:nvPr/>
        </p:nvSpPr>
        <p:spPr>
          <a:xfrm>
            <a:off x="3529817" y="5133234"/>
            <a:ext cx="1264433" cy="45719"/>
          </a:xfrm>
          <a:custGeom>
            <a:avLst/>
            <a:gdLst/>
            <a:ahLst/>
            <a:cxnLst/>
            <a:rect l="l" t="t" r="r" b="b"/>
            <a:pathLst>
              <a:path w="1320800">
                <a:moveTo>
                  <a:pt x="1320586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>
            <a:extLst>
              <a:ext uri="{FF2B5EF4-FFF2-40B4-BE49-F238E27FC236}">
                <a16:creationId xmlns:a16="http://schemas.microsoft.com/office/drawing/2014/main" id="{F02EB52D-6721-32F0-1B5C-BD4E8A90589C}"/>
              </a:ext>
            </a:extLst>
          </p:cNvPr>
          <p:cNvSpPr/>
          <p:nvPr/>
        </p:nvSpPr>
        <p:spPr>
          <a:xfrm>
            <a:off x="3534371" y="498963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8">
            <a:extLst>
              <a:ext uri="{FF2B5EF4-FFF2-40B4-BE49-F238E27FC236}">
                <a16:creationId xmlns:a16="http://schemas.microsoft.com/office/drawing/2014/main" id="{A1EF1ED1-41E8-B871-31EB-E753565AFAEE}"/>
              </a:ext>
            </a:extLst>
          </p:cNvPr>
          <p:cNvSpPr/>
          <p:nvPr/>
        </p:nvSpPr>
        <p:spPr>
          <a:xfrm>
            <a:off x="4794250" y="498471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>
            <a:extLst>
              <a:ext uri="{FF2B5EF4-FFF2-40B4-BE49-F238E27FC236}">
                <a16:creationId xmlns:a16="http://schemas.microsoft.com/office/drawing/2014/main" id="{024D787D-348E-D87F-86F7-FC4E4AF31010}"/>
              </a:ext>
            </a:extLst>
          </p:cNvPr>
          <p:cNvSpPr/>
          <p:nvPr/>
        </p:nvSpPr>
        <p:spPr>
          <a:xfrm>
            <a:off x="3980393" y="4989630"/>
            <a:ext cx="353695" cy="287655"/>
          </a:xfrm>
          <a:custGeom>
            <a:avLst/>
            <a:gdLst/>
            <a:ahLst/>
            <a:cxnLst/>
            <a:rect l="l" t="t" r="r" b="b"/>
            <a:pathLst>
              <a:path w="353695" h="287654">
                <a:moveTo>
                  <a:pt x="353691" y="0"/>
                </a:moveTo>
                <a:lnTo>
                  <a:pt x="0" y="0"/>
                </a:lnTo>
                <a:lnTo>
                  <a:pt x="0" y="287204"/>
                </a:lnTo>
                <a:lnTo>
                  <a:pt x="353691" y="287204"/>
                </a:lnTo>
                <a:lnTo>
                  <a:pt x="353691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>
            <a:extLst>
              <a:ext uri="{FF2B5EF4-FFF2-40B4-BE49-F238E27FC236}">
                <a16:creationId xmlns:a16="http://schemas.microsoft.com/office/drawing/2014/main" id="{FE8FAC51-987E-1D34-277E-31FE86C0DB80}"/>
              </a:ext>
            </a:extLst>
          </p:cNvPr>
          <p:cNvSpPr/>
          <p:nvPr/>
        </p:nvSpPr>
        <p:spPr>
          <a:xfrm>
            <a:off x="3980393" y="4989630"/>
            <a:ext cx="353695" cy="287655"/>
          </a:xfrm>
          <a:custGeom>
            <a:avLst/>
            <a:gdLst/>
            <a:ahLst/>
            <a:cxnLst/>
            <a:rect l="l" t="t" r="r" b="b"/>
            <a:pathLst>
              <a:path w="353695" h="287654">
                <a:moveTo>
                  <a:pt x="353691" y="287204"/>
                </a:moveTo>
                <a:lnTo>
                  <a:pt x="0" y="287204"/>
                </a:lnTo>
                <a:lnTo>
                  <a:pt x="0" y="0"/>
                </a:lnTo>
                <a:lnTo>
                  <a:pt x="353691" y="0"/>
                </a:lnTo>
                <a:lnTo>
                  <a:pt x="353691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>
            <a:extLst>
              <a:ext uri="{FF2B5EF4-FFF2-40B4-BE49-F238E27FC236}">
                <a16:creationId xmlns:a16="http://schemas.microsoft.com/office/drawing/2014/main" id="{D324E803-9CDB-3C5D-D670-701CAF77DEF1}"/>
              </a:ext>
            </a:extLst>
          </p:cNvPr>
          <p:cNvSpPr/>
          <p:nvPr/>
        </p:nvSpPr>
        <p:spPr>
          <a:xfrm>
            <a:off x="4142500" y="498239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05" name="Group 604">
            <a:extLst>
              <a:ext uri="{FF2B5EF4-FFF2-40B4-BE49-F238E27FC236}">
                <a16:creationId xmlns:a16="http://schemas.microsoft.com/office/drawing/2014/main" id="{642FAAE4-8E59-C25C-B78F-3AE341084814}"/>
              </a:ext>
            </a:extLst>
          </p:cNvPr>
          <p:cNvGrpSpPr/>
          <p:nvPr/>
        </p:nvGrpSpPr>
        <p:grpSpPr>
          <a:xfrm>
            <a:off x="11728450" y="2622550"/>
            <a:ext cx="381000" cy="295820"/>
            <a:chOff x="11728450" y="2622550"/>
            <a:chExt cx="381000" cy="295820"/>
          </a:xfrm>
        </p:grpSpPr>
        <p:sp>
          <p:nvSpPr>
            <p:cNvPr id="332" name="object 332">
              <a:extLst>
                <a:ext uri="{FF2B5EF4-FFF2-40B4-BE49-F238E27FC236}">
                  <a16:creationId xmlns:a16="http://schemas.microsoft.com/office/drawing/2014/main" id="{C2CC34A6-1082-494D-0DB0-FDA8E813DF0B}"/>
                </a:ext>
              </a:extLst>
            </p:cNvPr>
            <p:cNvSpPr/>
            <p:nvPr/>
          </p:nvSpPr>
          <p:spPr>
            <a:xfrm flipV="1">
              <a:off x="11728450" y="2698750"/>
              <a:ext cx="381000" cy="76200"/>
            </a:xfrm>
            <a:custGeom>
              <a:avLst/>
              <a:gdLst/>
              <a:ahLst/>
              <a:cxnLst/>
              <a:rect l="l" t="t" r="r" b="b"/>
              <a:pathLst>
                <a:path w="906145">
                  <a:moveTo>
                    <a:pt x="906052" y="0"/>
                  </a:moveTo>
                  <a:lnTo>
                    <a:pt x="0" y="0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3" name="object 333">
              <a:extLst>
                <a:ext uri="{FF2B5EF4-FFF2-40B4-BE49-F238E27FC236}">
                  <a16:creationId xmlns:a16="http://schemas.microsoft.com/office/drawing/2014/main" id="{D51E5DDC-72C1-E32D-A7A0-FB43B9560602}"/>
                </a:ext>
              </a:extLst>
            </p:cNvPr>
            <p:cNvSpPr/>
            <p:nvPr/>
          </p:nvSpPr>
          <p:spPr>
            <a:xfrm>
              <a:off x="11804650" y="2627677"/>
              <a:ext cx="152400" cy="287655"/>
            </a:xfrm>
            <a:custGeom>
              <a:avLst/>
              <a:gdLst/>
              <a:ahLst/>
              <a:cxnLst/>
              <a:rect l="l" t="t" r="r" b="b"/>
              <a:pathLst>
                <a:path w="299084" h="287655">
                  <a:moveTo>
                    <a:pt x="298886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298886" y="287204"/>
                  </a:lnTo>
                  <a:lnTo>
                    <a:pt x="298886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>
              <a:extLst>
                <a:ext uri="{FF2B5EF4-FFF2-40B4-BE49-F238E27FC236}">
                  <a16:creationId xmlns:a16="http://schemas.microsoft.com/office/drawing/2014/main" id="{F787701E-16B1-FC99-B8C2-E8FD2110374E}"/>
                </a:ext>
              </a:extLst>
            </p:cNvPr>
            <p:cNvSpPr/>
            <p:nvPr/>
          </p:nvSpPr>
          <p:spPr>
            <a:xfrm>
              <a:off x="11804650" y="2627677"/>
              <a:ext cx="152400" cy="287655"/>
            </a:xfrm>
            <a:custGeom>
              <a:avLst/>
              <a:gdLst/>
              <a:ahLst/>
              <a:cxnLst/>
              <a:rect l="l" t="t" r="r" b="b"/>
              <a:pathLst>
                <a:path w="299084" h="287655">
                  <a:moveTo>
                    <a:pt x="298886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298886" y="0"/>
                  </a:lnTo>
                  <a:lnTo>
                    <a:pt x="298886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>
              <a:extLst>
                <a:ext uri="{FF2B5EF4-FFF2-40B4-BE49-F238E27FC236}">
                  <a16:creationId xmlns:a16="http://schemas.microsoft.com/office/drawing/2014/main" id="{CDF71CC6-D844-E2E1-FC96-5E52513A63FE}"/>
                </a:ext>
              </a:extLst>
            </p:cNvPr>
            <p:cNvSpPr/>
            <p:nvPr/>
          </p:nvSpPr>
          <p:spPr>
            <a:xfrm>
              <a:off x="11850624" y="2622550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151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36">
              <a:extLst>
                <a:ext uri="{FF2B5EF4-FFF2-40B4-BE49-F238E27FC236}">
                  <a16:creationId xmlns:a16="http://schemas.microsoft.com/office/drawing/2014/main" id="{CFFBC28A-9A5F-8DC6-BB76-814419E61B6D}"/>
                </a:ext>
              </a:extLst>
            </p:cNvPr>
            <p:cNvSpPr/>
            <p:nvPr/>
          </p:nvSpPr>
          <p:spPr>
            <a:xfrm>
              <a:off x="11728450" y="2630715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>
              <a:extLst>
                <a:ext uri="{FF2B5EF4-FFF2-40B4-BE49-F238E27FC236}">
                  <a16:creationId xmlns:a16="http://schemas.microsoft.com/office/drawing/2014/main" id="{63A6D2B7-73B0-917C-01A0-1879266017C1}"/>
                </a:ext>
              </a:extLst>
            </p:cNvPr>
            <p:cNvSpPr/>
            <p:nvPr/>
          </p:nvSpPr>
          <p:spPr>
            <a:xfrm>
              <a:off x="12109450" y="2630715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4" name="object 344">
            <a:extLst>
              <a:ext uri="{FF2B5EF4-FFF2-40B4-BE49-F238E27FC236}">
                <a16:creationId xmlns:a16="http://schemas.microsoft.com/office/drawing/2014/main" id="{9C8D2A3C-F71A-BED8-18B9-0E9FEC11EA9F}"/>
              </a:ext>
            </a:extLst>
          </p:cNvPr>
          <p:cNvSpPr/>
          <p:nvPr/>
        </p:nvSpPr>
        <p:spPr>
          <a:xfrm>
            <a:off x="14035478" y="7484628"/>
            <a:ext cx="194310" cy="0"/>
          </a:xfrm>
          <a:custGeom>
            <a:avLst/>
            <a:gdLst/>
            <a:ahLst/>
            <a:cxnLst/>
            <a:rect l="l" t="t" r="r" b="b"/>
            <a:pathLst>
              <a:path w="194309">
                <a:moveTo>
                  <a:pt x="194222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object 345">
            <a:extLst>
              <a:ext uri="{FF2B5EF4-FFF2-40B4-BE49-F238E27FC236}">
                <a16:creationId xmlns:a16="http://schemas.microsoft.com/office/drawing/2014/main" id="{1EFC1DC1-5789-E8A4-407E-052CCFA26923}"/>
              </a:ext>
            </a:extLst>
          </p:cNvPr>
          <p:cNvSpPr/>
          <p:nvPr/>
        </p:nvSpPr>
        <p:spPr>
          <a:xfrm>
            <a:off x="14101422" y="7341025"/>
            <a:ext cx="56515" cy="287655"/>
          </a:xfrm>
          <a:custGeom>
            <a:avLst/>
            <a:gdLst/>
            <a:ahLst/>
            <a:cxnLst/>
            <a:rect l="l" t="t" r="r" b="b"/>
            <a:pathLst>
              <a:path w="56515" h="287654">
                <a:moveTo>
                  <a:pt x="56344" y="0"/>
                </a:moveTo>
                <a:lnTo>
                  <a:pt x="0" y="0"/>
                </a:lnTo>
                <a:lnTo>
                  <a:pt x="0" y="287204"/>
                </a:lnTo>
                <a:lnTo>
                  <a:pt x="56344" y="287204"/>
                </a:lnTo>
                <a:lnTo>
                  <a:pt x="56344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object 346">
            <a:extLst>
              <a:ext uri="{FF2B5EF4-FFF2-40B4-BE49-F238E27FC236}">
                <a16:creationId xmlns:a16="http://schemas.microsoft.com/office/drawing/2014/main" id="{E3718325-B820-E2EA-5B07-8ACDBDA68EBA}"/>
              </a:ext>
            </a:extLst>
          </p:cNvPr>
          <p:cNvSpPr/>
          <p:nvPr/>
        </p:nvSpPr>
        <p:spPr>
          <a:xfrm>
            <a:off x="14101422" y="7341025"/>
            <a:ext cx="56515" cy="287655"/>
          </a:xfrm>
          <a:custGeom>
            <a:avLst/>
            <a:gdLst/>
            <a:ahLst/>
            <a:cxnLst/>
            <a:rect l="l" t="t" r="r" b="b"/>
            <a:pathLst>
              <a:path w="56515" h="287654">
                <a:moveTo>
                  <a:pt x="56344" y="287204"/>
                </a:moveTo>
                <a:lnTo>
                  <a:pt x="0" y="287204"/>
                </a:lnTo>
                <a:lnTo>
                  <a:pt x="0" y="0"/>
                </a:lnTo>
                <a:lnTo>
                  <a:pt x="56344" y="0"/>
                </a:lnTo>
                <a:lnTo>
                  <a:pt x="56344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object 347">
            <a:extLst>
              <a:ext uri="{FF2B5EF4-FFF2-40B4-BE49-F238E27FC236}">
                <a16:creationId xmlns:a16="http://schemas.microsoft.com/office/drawing/2014/main" id="{36E69007-AD83-588E-AC7D-438742D03791}"/>
              </a:ext>
            </a:extLst>
          </p:cNvPr>
          <p:cNvSpPr/>
          <p:nvPr/>
        </p:nvSpPr>
        <p:spPr>
          <a:xfrm>
            <a:off x="14124890" y="7333814"/>
            <a:ext cx="15240" cy="287655"/>
          </a:xfrm>
          <a:custGeom>
            <a:avLst/>
            <a:gdLst/>
            <a:ahLst/>
            <a:cxnLst/>
            <a:rect l="l" t="t" r="r" b="b"/>
            <a:pathLst>
              <a:path w="15240" h="287654">
                <a:moveTo>
                  <a:pt x="0" y="287204"/>
                </a:moveTo>
                <a:lnTo>
                  <a:pt x="15198" y="287204"/>
                </a:lnTo>
                <a:lnTo>
                  <a:pt x="15198" y="0"/>
                </a:lnTo>
                <a:lnTo>
                  <a:pt x="0" y="0"/>
                </a:lnTo>
                <a:lnTo>
                  <a:pt x="0" y="2872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8">
            <a:extLst>
              <a:ext uri="{FF2B5EF4-FFF2-40B4-BE49-F238E27FC236}">
                <a16:creationId xmlns:a16="http://schemas.microsoft.com/office/drawing/2014/main" id="{140D0A73-21BF-F01E-4FBC-35D5AC9A5C45}"/>
              </a:ext>
            </a:extLst>
          </p:cNvPr>
          <p:cNvSpPr/>
          <p:nvPr/>
        </p:nvSpPr>
        <p:spPr>
          <a:xfrm>
            <a:off x="14038356" y="734104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object 349">
            <a:extLst>
              <a:ext uri="{FF2B5EF4-FFF2-40B4-BE49-F238E27FC236}">
                <a16:creationId xmlns:a16="http://schemas.microsoft.com/office/drawing/2014/main" id="{3AB805E0-4025-3EAC-E720-71484D74BEDC}"/>
              </a:ext>
            </a:extLst>
          </p:cNvPr>
          <p:cNvSpPr/>
          <p:nvPr/>
        </p:nvSpPr>
        <p:spPr>
          <a:xfrm>
            <a:off x="14233058" y="734107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object 350">
            <a:extLst>
              <a:ext uri="{FF2B5EF4-FFF2-40B4-BE49-F238E27FC236}">
                <a16:creationId xmlns:a16="http://schemas.microsoft.com/office/drawing/2014/main" id="{D27FA188-F4FE-5928-FF0D-3229C49DEF62}"/>
              </a:ext>
            </a:extLst>
          </p:cNvPr>
          <p:cNvSpPr/>
          <p:nvPr/>
        </p:nvSpPr>
        <p:spPr>
          <a:xfrm flipV="1">
            <a:off x="11728450" y="3072988"/>
            <a:ext cx="381000" cy="45719"/>
          </a:xfrm>
          <a:custGeom>
            <a:avLst/>
            <a:gdLst/>
            <a:ahLst/>
            <a:cxnLst/>
            <a:rect l="l" t="t" r="r" b="b"/>
            <a:pathLst>
              <a:path w="599440">
                <a:moveTo>
                  <a:pt x="599293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object 351">
            <a:extLst>
              <a:ext uri="{FF2B5EF4-FFF2-40B4-BE49-F238E27FC236}">
                <a16:creationId xmlns:a16="http://schemas.microsoft.com/office/drawing/2014/main" id="{27D9B510-E328-5B57-5AAF-7656C66A0360}"/>
              </a:ext>
            </a:extLst>
          </p:cNvPr>
          <p:cNvSpPr/>
          <p:nvPr/>
        </p:nvSpPr>
        <p:spPr>
          <a:xfrm>
            <a:off x="11804649" y="2970212"/>
            <a:ext cx="144743" cy="287655"/>
          </a:xfrm>
          <a:custGeom>
            <a:avLst/>
            <a:gdLst/>
            <a:ahLst/>
            <a:cxnLst/>
            <a:rect l="l" t="t" r="r" b="b"/>
            <a:pathLst>
              <a:path w="194309" h="287654">
                <a:moveTo>
                  <a:pt x="193978" y="0"/>
                </a:moveTo>
                <a:lnTo>
                  <a:pt x="0" y="0"/>
                </a:lnTo>
                <a:lnTo>
                  <a:pt x="0" y="287204"/>
                </a:lnTo>
                <a:lnTo>
                  <a:pt x="193978" y="287204"/>
                </a:lnTo>
                <a:lnTo>
                  <a:pt x="193978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object 352">
            <a:extLst>
              <a:ext uri="{FF2B5EF4-FFF2-40B4-BE49-F238E27FC236}">
                <a16:creationId xmlns:a16="http://schemas.microsoft.com/office/drawing/2014/main" id="{AC3C3A00-117E-7003-31FC-04159075AA2C}"/>
              </a:ext>
            </a:extLst>
          </p:cNvPr>
          <p:cNvSpPr/>
          <p:nvPr/>
        </p:nvSpPr>
        <p:spPr>
          <a:xfrm>
            <a:off x="11804649" y="2970212"/>
            <a:ext cx="144743" cy="287655"/>
          </a:xfrm>
          <a:custGeom>
            <a:avLst/>
            <a:gdLst/>
            <a:ahLst/>
            <a:cxnLst/>
            <a:rect l="l" t="t" r="r" b="b"/>
            <a:pathLst>
              <a:path w="194309" h="287654">
                <a:moveTo>
                  <a:pt x="193978" y="287204"/>
                </a:moveTo>
                <a:lnTo>
                  <a:pt x="0" y="287204"/>
                </a:lnTo>
                <a:lnTo>
                  <a:pt x="0" y="0"/>
                </a:lnTo>
                <a:lnTo>
                  <a:pt x="193978" y="0"/>
                </a:lnTo>
                <a:lnTo>
                  <a:pt x="193978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object 353">
            <a:extLst>
              <a:ext uri="{FF2B5EF4-FFF2-40B4-BE49-F238E27FC236}">
                <a16:creationId xmlns:a16="http://schemas.microsoft.com/office/drawing/2014/main" id="{2535E6E8-8D85-F85C-7A20-5459F7A74AC7}"/>
              </a:ext>
            </a:extLst>
          </p:cNvPr>
          <p:cNvSpPr/>
          <p:nvPr/>
        </p:nvSpPr>
        <p:spPr>
          <a:xfrm>
            <a:off x="11867933" y="297053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object 354">
            <a:extLst>
              <a:ext uri="{FF2B5EF4-FFF2-40B4-BE49-F238E27FC236}">
                <a16:creationId xmlns:a16="http://schemas.microsoft.com/office/drawing/2014/main" id="{4A7D7438-C63F-B97B-DF71-8240A18CBD47}"/>
              </a:ext>
            </a:extLst>
          </p:cNvPr>
          <p:cNvSpPr/>
          <p:nvPr/>
        </p:nvSpPr>
        <p:spPr>
          <a:xfrm>
            <a:off x="11728450" y="298443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object 355">
            <a:extLst>
              <a:ext uri="{FF2B5EF4-FFF2-40B4-BE49-F238E27FC236}">
                <a16:creationId xmlns:a16="http://schemas.microsoft.com/office/drawing/2014/main" id="{E8AA9335-4420-2A37-6145-2B16B81E4807}"/>
              </a:ext>
            </a:extLst>
          </p:cNvPr>
          <p:cNvSpPr/>
          <p:nvPr/>
        </p:nvSpPr>
        <p:spPr>
          <a:xfrm>
            <a:off x="12097512" y="2980944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91" name="Group 690">
            <a:extLst>
              <a:ext uri="{FF2B5EF4-FFF2-40B4-BE49-F238E27FC236}">
                <a16:creationId xmlns:a16="http://schemas.microsoft.com/office/drawing/2014/main" id="{B6CB94A1-FC1F-0A7C-EA9F-C6297A005493}"/>
              </a:ext>
            </a:extLst>
          </p:cNvPr>
          <p:cNvGrpSpPr/>
          <p:nvPr/>
        </p:nvGrpSpPr>
        <p:grpSpPr>
          <a:xfrm>
            <a:off x="13965270" y="2975060"/>
            <a:ext cx="552830" cy="287980"/>
            <a:chOff x="13918820" y="2974356"/>
            <a:chExt cx="552830" cy="287980"/>
          </a:xfrm>
        </p:grpSpPr>
        <p:sp>
          <p:nvSpPr>
            <p:cNvPr id="356" name="object 356">
              <a:extLst>
                <a:ext uri="{FF2B5EF4-FFF2-40B4-BE49-F238E27FC236}">
                  <a16:creationId xmlns:a16="http://schemas.microsoft.com/office/drawing/2014/main" id="{0D7A0861-A136-A25F-D5A9-E252F7BB2704}"/>
                </a:ext>
              </a:extLst>
            </p:cNvPr>
            <p:cNvSpPr/>
            <p:nvPr/>
          </p:nvSpPr>
          <p:spPr>
            <a:xfrm>
              <a:off x="13918820" y="3122852"/>
              <a:ext cx="552830" cy="45719"/>
            </a:xfrm>
            <a:custGeom>
              <a:avLst/>
              <a:gdLst/>
              <a:ahLst/>
              <a:cxnLst/>
              <a:rect l="l" t="t" r="r" b="b"/>
              <a:pathLst>
                <a:path w="572769">
                  <a:moveTo>
                    <a:pt x="572605" y="0"/>
                  </a:moveTo>
                  <a:lnTo>
                    <a:pt x="0" y="0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7" name="object 357">
              <a:extLst>
                <a:ext uri="{FF2B5EF4-FFF2-40B4-BE49-F238E27FC236}">
                  <a16:creationId xmlns:a16="http://schemas.microsoft.com/office/drawing/2014/main" id="{85ECB6AA-0F5A-D2D5-366C-BE2EC10E3C19}"/>
                </a:ext>
              </a:extLst>
            </p:cNvPr>
            <p:cNvSpPr/>
            <p:nvPr/>
          </p:nvSpPr>
          <p:spPr>
            <a:xfrm>
              <a:off x="14086122" y="2974356"/>
              <a:ext cx="233127" cy="287655"/>
            </a:xfrm>
            <a:custGeom>
              <a:avLst/>
              <a:gdLst/>
              <a:ahLst/>
              <a:cxnLst/>
              <a:rect l="l" t="t" r="r" b="b"/>
              <a:pathLst>
                <a:path w="167640" h="287654">
                  <a:moveTo>
                    <a:pt x="167301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167301" y="287204"/>
                  </a:lnTo>
                  <a:lnTo>
                    <a:pt x="167301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8" name="object 358">
              <a:extLst>
                <a:ext uri="{FF2B5EF4-FFF2-40B4-BE49-F238E27FC236}">
                  <a16:creationId xmlns:a16="http://schemas.microsoft.com/office/drawing/2014/main" id="{A9A29396-3B1E-D608-D1DD-6722D59B6964}"/>
                </a:ext>
              </a:extLst>
            </p:cNvPr>
            <p:cNvSpPr/>
            <p:nvPr/>
          </p:nvSpPr>
          <p:spPr>
            <a:xfrm>
              <a:off x="14090650" y="2974356"/>
              <a:ext cx="228599" cy="287655"/>
            </a:xfrm>
            <a:custGeom>
              <a:avLst/>
              <a:gdLst/>
              <a:ahLst/>
              <a:cxnLst/>
              <a:rect l="l" t="t" r="r" b="b"/>
              <a:pathLst>
                <a:path w="167640" h="287654">
                  <a:moveTo>
                    <a:pt x="167301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167301" y="0"/>
                  </a:lnTo>
                  <a:lnTo>
                    <a:pt x="167301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59">
              <a:extLst>
                <a:ext uri="{FF2B5EF4-FFF2-40B4-BE49-F238E27FC236}">
                  <a16:creationId xmlns:a16="http://schemas.microsoft.com/office/drawing/2014/main" id="{BC082B02-B8D2-B273-68B6-C3DEBD5DAAD8}"/>
                </a:ext>
              </a:extLst>
            </p:cNvPr>
            <p:cNvSpPr/>
            <p:nvPr/>
          </p:nvSpPr>
          <p:spPr>
            <a:xfrm>
              <a:off x="14144482" y="2974681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151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>
              <a:extLst>
                <a:ext uri="{FF2B5EF4-FFF2-40B4-BE49-F238E27FC236}">
                  <a16:creationId xmlns:a16="http://schemas.microsoft.com/office/drawing/2014/main" id="{BA4BAAA6-A78A-D2C1-C85F-DC4D3084A0C5}"/>
                </a:ext>
              </a:extLst>
            </p:cNvPr>
            <p:cNvSpPr/>
            <p:nvPr/>
          </p:nvSpPr>
          <p:spPr>
            <a:xfrm>
              <a:off x="13919442" y="2974388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1">
              <a:extLst>
                <a:ext uri="{FF2B5EF4-FFF2-40B4-BE49-F238E27FC236}">
                  <a16:creationId xmlns:a16="http://schemas.microsoft.com/office/drawing/2014/main" id="{FEA83766-A681-0B1C-6C1C-72606D688B9C}"/>
                </a:ext>
              </a:extLst>
            </p:cNvPr>
            <p:cNvSpPr/>
            <p:nvPr/>
          </p:nvSpPr>
          <p:spPr>
            <a:xfrm>
              <a:off x="14471650" y="2974381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8" name="object 368">
            <a:extLst>
              <a:ext uri="{FF2B5EF4-FFF2-40B4-BE49-F238E27FC236}">
                <a16:creationId xmlns:a16="http://schemas.microsoft.com/office/drawing/2014/main" id="{BD3FDB36-E17B-8951-1766-A9EFD62A857C}"/>
              </a:ext>
            </a:extLst>
          </p:cNvPr>
          <p:cNvSpPr/>
          <p:nvPr/>
        </p:nvSpPr>
        <p:spPr>
          <a:xfrm>
            <a:off x="13938250" y="5472431"/>
            <a:ext cx="439794" cy="45719"/>
          </a:xfrm>
          <a:custGeom>
            <a:avLst/>
            <a:gdLst/>
            <a:ahLst/>
            <a:cxnLst/>
            <a:rect l="l" t="t" r="r" b="b"/>
            <a:pathLst>
              <a:path w="448944">
                <a:moveTo>
                  <a:pt x="448861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object 369">
            <a:extLst>
              <a:ext uri="{FF2B5EF4-FFF2-40B4-BE49-F238E27FC236}">
                <a16:creationId xmlns:a16="http://schemas.microsoft.com/office/drawing/2014/main" id="{9353AE47-E23B-DDBE-6A03-A1772920EF1D}"/>
              </a:ext>
            </a:extLst>
          </p:cNvPr>
          <p:cNvSpPr/>
          <p:nvPr/>
        </p:nvSpPr>
        <p:spPr>
          <a:xfrm>
            <a:off x="14149033" y="5306695"/>
            <a:ext cx="123825" cy="287655"/>
          </a:xfrm>
          <a:custGeom>
            <a:avLst/>
            <a:gdLst/>
            <a:ahLst/>
            <a:cxnLst/>
            <a:rect l="l" t="t" r="r" b="b"/>
            <a:pathLst>
              <a:path w="123825" h="287654">
                <a:moveTo>
                  <a:pt x="123277" y="0"/>
                </a:moveTo>
                <a:lnTo>
                  <a:pt x="0" y="0"/>
                </a:lnTo>
                <a:lnTo>
                  <a:pt x="0" y="287204"/>
                </a:lnTo>
                <a:lnTo>
                  <a:pt x="123277" y="287204"/>
                </a:lnTo>
                <a:lnTo>
                  <a:pt x="123277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object 370">
            <a:extLst>
              <a:ext uri="{FF2B5EF4-FFF2-40B4-BE49-F238E27FC236}">
                <a16:creationId xmlns:a16="http://schemas.microsoft.com/office/drawing/2014/main" id="{6BC40D96-2125-1D4B-3ACB-267F03ECA912}"/>
              </a:ext>
            </a:extLst>
          </p:cNvPr>
          <p:cNvSpPr/>
          <p:nvPr/>
        </p:nvSpPr>
        <p:spPr>
          <a:xfrm>
            <a:off x="14149033" y="5307280"/>
            <a:ext cx="123825" cy="287655"/>
          </a:xfrm>
          <a:custGeom>
            <a:avLst/>
            <a:gdLst/>
            <a:ahLst/>
            <a:cxnLst/>
            <a:rect l="l" t="t" r="r" b="b"/>
            <a:pathLst>
              <a:path w="123825" h="287654">
                <a:moveTo>
                  <a:pt x="123277" y="287204"/>
                </a:moveTo>
                <a:lnTo>
                  <a:pt x="0" y="287204"/>
                </a:lnTo>
                <a:lnTo>
                  <a:pt x="0" y="0"/>
                </a:lnTo>
                <a:lnTo>
                  <a:pt x="123277" y="0"/>
                </a:lnTo>
                <a:lnTo>
                  <a:pt x="123277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object 371">
            <a:extLst>
              <a:ext uri="{FF2B5EF4-FFF2-40B4-BE49-F238E27FC236}">
                <a16:creationId xmlns:a16="http://schemas.microsoft.com/office/drawing/2014/main" id="{DA6C68A4-2E09-75B2-748C-7BB13C50FEDC}"/>
              </a:ext>
            </a:extLst>
          </p:cNvPr>
          <p:cNvSpPr/>
          <p:nvPr/>
        </p:nvSpPr>
        <p:spPr>
          <a:xfrm>
            <a:off x="14166850" y="5308234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object 372">
            <a:extLst>
              <a:ext uri="{FF2B5EF4-FFF2-40B4-BE49-F238E27FC236}">
                <a16:creationId xmlns:a16="http://schemas.microsoft.com/office/drawing/2014/main" id="{25210B14-6F8A-7FD3-850D-419A9F9B4AFD}"/>
              </a:ext>
            </a:extLst>
          </p:cNvPr>
          <p:cNvSpPr/>
          <p:nvPr/>
        </p:nvSpPr>
        <p:spPr>
          <a:xfrm>
            <a:off x="13953744" y="532211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object 373">
            <a:extLst>
              <a:ext uri="{FF2B5EF4-FFF2-40B4-BE49-F238E27FC236}">
                <a16:creationId xmlns:a16="http://schemas.microsoft.com/office/drawing/2014/main" id="{2E495F3E-671D-04C3-C3C2-A07902BC9AD7}"/>
              </a:ext>
            </a:extLst>
          </p:cNvPr>
          <p:cNvSpPr/>
          <p:nvPr/>
        </p:nvSpPr>
        <p:spPr>
          <a:xfrm>
            <a:off x="14381240" y="5324031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380">
            <a:extLst>
              <a:ext uri="{FF2B5EF4-FFF2-40B4-BE49-F238E27FC236}">
                <a16:creationId xmlns:a16="http://schemas.microsoft.com/office/drawing/2014/main" id="{2FA075E7-1362-7CE6-6F07-019D7DD4EC6D}"/>
              </a:ext>
            </a:extLst>
          </p:cNvPr>
          <p:cNvSpPr/>
          <p:nvPr/>
        </p:nvSpPr>
        <p:spPr>
          <a:xfrm>
            <a:off x="14034070" y="7818925"/>
            <a:ext cx="191770" cy="0"/>
          </a:xfrm>
          <a:custGeom>
            <a:avLst/>
            <a:gdLst/>
            <a:ahLst/>
            <a:cxnLst/>
            <a:rect l="l" t="t" r="r" b="b"/>
            <a:pathLst>
              <a:path w="191769">
                <a:moveTo>
                  <a:pt x="191516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object 381">
            <a:extLst>
              <a:ext uri="{FF2B5EF4-FFF2-40B4-BE49-F238E27FC236}">
                <a16:creationId xmlns:a16="http://schemas.microsoft.com/office/drawing/2014/main" id="{61DCD608-B9C1-A708-7473-56DF07D3CA40}"/>
              </a:ext>
            </a:extLst>
          </p:cNvPr>
          <p:cNvSpPr/>
          <p:nvPr/>
        </p:nvSpPr>
        <p:spPr>
          <a:xfrm>
            <a:off x="14102283" y="7676043"/>
            <a:ext cx="60960" cy="287655"/>
          </a:xfrm>
          <a:custGeom>
            <a:avLst/>
            <a:gdLst/>
            <a:ahLst/>
            <a:cxnLst/>
            <a:rect l="l" t="t" r="r" b="b"/>
            <a:pathLst>
              <a:path w="60959" h="287654">
                <a:moveTo>
                  <a:pt x="60336" y="0"/>
                </a:moveTo>
                <a:lnTo>
                  <a:pt x="0" y="0"/>
                </a:lnTo>
                <a:lnTo>
                  <a:pt x="0" y="287204"/>
                </a:lnTo>
                <a:lnTo>
                  <a:pt x="60336" y="287204"/>
                </a:lnTo>
                <a:lnTo>
                  <a:pt x="60336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object 382">
            <a:extLst>
              <a:ext uri="{FF2B5EF4-FFF2-40B4-BE49-F238E27FC236}">
                <a16:creationId xmlns:a16="http://schemas.microsoft.com/office/drawing/2014/main" id="{D98C8438-1504-1650-243F-DB31A660407B}"/>
              </a:ext>
            </a:extLst>
          </p:cNvPr>
          <p:cNvSpPr/>
          <p:nvPr/>
        </p:nvSpPr>
        <p:spPr>
          <a:xfrm>
            <a:off x="14102283" y="7676043"/>
            <a:ext cx="60960" cy="287655"/>
          </a:xfrm>
          <a:custGeom>
            <a:avLst/>
            <a:gdLst/>
            <a:ahLst/>
            <a:cxnLst/>
            <a:rect l="l" t="t" r="r" b="b"/>
            <a:pathLst>
              <a:path w="60959" h="287654">
                <a:moveTo>
                  <a:pt x="60336" y="287204"/>
                </a:moveTo>
                <a:lnTo>
                  <a:pt x="0" y="287204"/>
                </a:lnTo>
                <a:lnTo>
                  <a:pt x="0" y="0"/>
                </a:lnTo>
                <a:lnTo>
                  <a:pt x="60336" y="0"/>
                </a:lnTo>
                <a:lnTo>
                  <a:pt x="60336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object 383">
            <a:extLst>
              <a:ext uri="{FF2B5EF4-FFF2-40B4-BE49-F238E27FC236}">
                <a16:creationId xmlns:a16="http://schemas.microsoft.com/office/drawing/2014/main" id="{0B0D72AF-5261-DFF7-C969-8629B0D07E36}"/>
              </a:ext>
            </a:extLst>
          </p:cNvPr>
          <p:cNvSpPr/>
          <p:nvPr/>
        </p:nvSpPr>
        <p:spPr>
          <a:xfrm>
            <a:off x="14124936" y="7677254"/>
            <a:ext cx="15240" cy="287655"/>
          </a:xfrm>
          <a:custGeom>
            <a:avLst/>
            <a:gdLst/>
            <a:ahLst/>
            <a:cxnLst/>
            <a:rect l="l" t="t" r="r" b="b"/>
            <a:pathLst>
              <a:path w="15240" h="287654">
                <a:moveTo>
                  <a:pt x="0" y="287204"/>
                </a:moveTo>
                <a:lnTo>
                  <a:pt x="15198" y="287204"/>
                </a:lnTo>
                <a:lnTo>
                  <a:pt x="15198" y="0"/>
                </a:lnTo>
                <a:lnTo>
                  <a:pt x="0" y="0"/>
                </a:lnTo>
                <a:lnTo>
                  <a:pt x="0" y="2872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object 384">
            <a:extLst>
              <a:ext uri="{FF2B5EF4-FFF2-40B4-BE49-F238E27FC236}">
                <a16:creationId xmlns:a16="http://schemas.microsoft.com/office/drawing/2014/main" id="{66AADBBF-518C-EBEA-853F-0E26B07771EC}"/>
              </a:ext>
            </a:extLst>
          </p:cNvPr>
          <p:cNvSpPr/>
          <p:nvPr/>
        </p:nvSpPr>
        <p:spPr>
          <a:xfrm>
            <a:off x="14029786" y="767606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object 385">
            <a:extLst>
              <a:ext uri="{FF2B5EF4-FFF2-40B4-BE49-F238E27FC236}">
                <a16:creationId xmlns:a16="http://schemas.microsoft.com/office/drawing/2014/main" id="{B9A26E2C-2F35-4B04-DE21-D698ED33C4AB}"/>
              </a:ext>
            </a:extLst>
          </p:cNvPr>
          <p:cNvSpPr/>
          <p:nvPr/>
        </p:nvSpPr>
        <p:spPr>
          <a:xfrm>
            <a:off x="14231159" y="767799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95" name="Group 594">
            <a:extLst>
              <a:ext uri="{FF2B5EF4-FFF2-40B4-BE49-F238E27FC236}">
                <a16:creationId xmlns:a16="http://schemas.microsoft.com/office/drawing/2014/main" id="{8DCC8820-3D6A-6F2D-F718-A05C3464A9EB}"/>
              </a:ext>
            </a:extLst>
          </p:cNvPr>
          <p:cNvGrpSpPr/>
          <p:nvPr/>
        </p:nvGrpSpPr>
        <p:grpSpPr>
          <a:xfrm>
            <a:off x="11580974" y="3303688"/>
            <a:ext cx="307735" cy="291526"/>
            <a:chOff x="11573115" y="3639312"/>
            <a:chExt cx="307735" cy="291526"/>
          </a:xfrm>
        </p:grpSpPr>
        <p:sp>
          <p:nvSpPr>
            <p:cNvPr id="388" name="object 388">
              <a:extLst>
                <a:ext uri="{FF2B5EF4-FFF2-40B4-BE49-F238E27FC236}">
                  <a16:creationId xmlns:a16="http://schemas.microsoft.com/office/drawing/2014/main" id="{EB7A363A-3085-7E63-8441-CA351A571D4A}"/>
                </a:ext>
              </a:extLst>
            </p:cNvPr>
            <p:cNvSpPr/>
            <p:nvPr/>
          </p:nvSpPr>
          <p:spPr>
            <a:xfrm>
              <a:off x="11652250" y="3639508"/>
              <a:ext cx="145329" cy="287655"/>
            </a:xfrm>
            <a:custGeom>
              <a:avLst/>
              <a:gdLst/>
              <a:ahLst/>
              <a:cxnLst/>
              <a:rect l="l" t="t" r="r" b="b"/>
              <a:pathLst>
                <a:path w="245109" h="287654">
                  <a:moveTo>
                    <a:pt x="245095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245095" y="0"/>
                  </a:lnTo>
                  <a:lnTo>
                    <a:pt x="245095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94" name="Group 593">
              <a:extLst>
                <a:ext uri="{FF2B5EF4-FFF2-40B4-BE49-F238E27FC236}">
                  <a16:creationId xmlns:a16="http://schemas.microsoft.com/office/drawing/2014/main" id="{3B5C22F7-5345-2100-CDCB-FE3F9971E014}"/>
                </a:ext>
              </a:extLst>
            </p:cNvPr>
            <p:cNvGrpSpPr/>
            <p:nvPr/>
          </p:nvGrpSpPr>
          <p:grpSpPr>
            <a:xfrm>
              <a:off x="11573115" y="3639312"/>
              <a:ext cx="307735" cy="291526"/>
              <a:chOff x="11573115" y="3639312"/>
              <a:chExt cx="307735" cy="291526"/>
            </a:xfrm>
          </p:grpSpPr>
          <p:grpSp>
            <p:nvGrpSpPr>
              <p:cNvPr id="593" name="Group 592">
                <a:extLst>
                  <a:ext uri="{FF2B5EF4-FFF2-40B4-BE49-F238E27FC236}">
                    <a16:creationId xmlns:a16="http://schemas.microsoft.com/office/drawing/2014/main" id="{F5DB7E44-7464-9B90-EC1A-6FDA16C2DABF}"/>
                  </a:ext>
                </a:extLst>
              </p:cNvPr>
              <p:cNvGrpSpPr/>
              <p:nvPr/>
            </p:nvGrpSpPr>
            <p:grpSpPr>
              <a:xfrm>
                <a:off x="11573115" y="3641356"/>
                <a:ext cx="304800" cy="289482"/>
                <a:chOff x="11576050" y="3639529"/>
                <a:chExt cx="304800" cy="289482"/>
              </a:xfrm>
            </p:grpSpPr>
            <p:sp>
              <p:nvSpPr>
                <p:cNvPr id="387" name="object 387">
                  <a:extLst>
                    <a:ext uri="{FF2B5EF4-FFF2-40B4-BE49-F238E27FC236}">
                      <a16:creationId xmlns:a16="http://schemas.microsoft.com/office/drawing/2014/main" id="{FBCCF327-98A2-24CA-9BE2-F138133B480D}"/>
                    </a:ext>
                  </a:extLst>
                </p:cNvPr>
                <p:cNvSpPr/>
                <p:nvPr/>
              </p:nvSpPr>
              <p:spPr>
                <a:xfrm>
                  <a:off x="11652249" y="3641356"/>
                  <a:ext cx="152401" cy="287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109" h="287654">
                      <a:moveTo>
                        <a:pt x="245095" y="0"/>
                      </a:moveTo>
                      <a:lnTo>
                        <a:pt x="0" y="0"/>
                      </a:lnTo>
                      <a:lnTo>
                        <a:pt x="0" y="287204"/>
                      </a:lnTo>
                      <a:lnTo>
                        <a:pt x="245095" y="287204"/>
                      </a:lnTo>
                      <a:lnTo>
                        <a:pt x="245095" y="0"/>
                      </a:lnTo>
                      <a:close/>
                    </a:path>
                  </a:pathLst>
                </a:custGeom>
                <a:solidFill>
                  <a:srgbClr val="5B5B5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90" name="object 390">
                  <a:extLst>
                    <a:ext uri="{FF2B5EF4-FFF2-40B4-BE49-F238E27FC236}">
                      <a16:creationId xmlns:a16="http://schemas.microsoft.com/office/drawing/2014/main" id="{CBC8E2B6-EB1D-8BE4-523B-A51999D3FBEE}"/>
                    </a:ext>
                  </a:extLst>
                </p:cNvPr>
                <p:cNvSpPr/>
                <p:nvPr/>
              </p:nvSpPr>
              <p:spPr>
                <a:xfrm>
                  <a:off x="11576050" y="3641356"/>
                  <a:ext cx="0" cy="287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287654">
                      <a:moveTo>
                        <a:pt x="0" y="0"/>
                      </a:moveTo>
                      <a:lnTo>
                        <a:pt x="0" y="287204"/>
                      </a:lnTo>
                    </a:path>
                  </a:pathLst>
                </a:custGeom>
                <a:ln w="30396">
                  <a:solidFill>
                    <a:srgbClr val="5B5B5B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91" name="object 391">
                  <a:extLst>
                    <a:ext uri="{FF2B5EF4-FFF2-40B4-BE49-F238E27FC236}">
                      <a16:creationId xmlns:a16="http://schemas.microsoft.com/office/drawing/2014/main" id="{6D71E981-901E-DB05-094A-30016728BAAA}"/>
                    </a:ext>
                  </a:extLst>
                </p:cNvPr>
                <p:cNvSpPr/>
                <p:nvPr/>
              </p:nvSpPr>
              <p:spPr>
                <a:xfrm>
                  <a:off x="11880850" y="3639529"/>
                  <a:ext cx="0" cy="287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287654">
                      <a:moveTo>
                        <a:pt x="0" y="0"/>
                      </a:moveTo>
                      <a:lnTo>
                        <a:pt x="0" y="287204"/>
                      </a:lnTo>
                    </a:path>
                  </a:pathLst>
                </a:custGeom>
                <a:ln w="30396">
                  <a:solidFill>
                    <a:srgbClr val="5B5B5B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386" name="object 386">
                <a:extLst>
                  <a:ext uri="{FF2B5EF4-FFF2-40B4-BE49-F238E27FC236}">
                    <a16:creationId xmlns:a16="http://schemas.microsoft.com/office/drawing/2014/main" id="{02ECBB45-F0E1-7175-2F21-8B967D3CBB61}"/>
                  </a:ext>
                </a:extLst>
              </p:cNvPr>
              <p:cNvSpPr/>
              <p:nvPr/>
            </p:nvSpPr>
            <p:spPr>
              <a:xfrm>
                <a:off x="11585373" y="3765550"/>
                <a:ext cx="295477" cy="45719"/>
              </a:xfrm>
              <a:custGeom>
                <a:avLst/>
                <a:gdLst/>
                <a:ahLst/>
                <a:cxnLst/>
                <a:rect l="l" t="t" r="r" b="b"/>
                <a:pathLst>
                  <a:path w="831850">
                    <a:moveTo>
                      <a:pt x="831520" y="0"/>
                    </a:moveTo>
                    <a:lnTo>
                      <a:pt x="0" y="0"/>
                    </a:lnTo>
                  </a:path>
                </a:pathLst>
              </a:custGeom>
              <a:ln w="30396">
                <a:solidFill>
                  <a:srgbClr val="5B5B5B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9" name="object 389">
                <a:extLst>
                  <a:ext uri="{FF2B5EF4-FFF2-40B4-BE49-F238E27FC236}">
                    <a16:creationId xmlns:a16="http://schemas.microsoft.com/office/drawing/2014/main" id="{AFBE3C79-19D7-499F-E5A3-3FDCC5FCB990}"/>
                  </a:ext>
                </a:extLst>
              </p:cNvPr>
              <p:cNvSpPr/>
              <p:nvPr/>
            </p:nvSpPr>
            <p:spPr>
              <a:xfrm>
                <a:off x="11728450" y="3639312"/>
                <a:ext cx="0" cy="287655"/>
              </a:xfrm>
              <a:custGeom>
                <a:avLst/>
                <a:gdLst/>
                <a:ahLst/>
                <a:cxnLst/>
                <a:rect l="l" t="t" r="r" b="b"/>
                <a:pathLst>
                  <a:path h="287654">
                    <a:moveTo>
                      <a:pt x="0" y="0"/>
                    </a:moveTo>
                    <a:lnTo>
                      <a:pt x="0" y="287204"/>
                    </a:lnTo>
                  </a:path>
                </a:pathLst>
              </a:custGeom>
              <a:ln w="15198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grpSp>
        <p:nvGrpSpPr>
          <p:cNvPr id="692" name="Group 691">
            <a:extLst>
              <a:ext uri="{FF2B5EF4-FFF2-40B4-BE49-F238E27FC236}">
                <a16:creationId xmlns:a16="http://schemas.microsoft.com/office/drawing/2014/main" id="{5BD8F9CB-6214-DE3A-95B7-95493065F8BF}"/>
              </a:ext>
            </a:extLst>
          </p:cNvPr>
          <p:cNvGrpSpPr/>
          <p:nvPr/>
        </p:nvGrpSpPr>
        <p:grpSpPr>
          <a:xfrm>
            <a:off x="14063472" y="3303688"/>
            <a:ext cx="304800" cy="291690"/>
            <a:chOff x="14014450" y="3303688"/>
            <a:chExt cx="304800" cy="291690"/>
          </a:xfrm>
        </p:grpSpPr>
        <p:sp>
          <p:nvSpPr>
            <p:cNvPr id="392" name="object 392">
              <a:extLst>
                <a:ext uri="{FF2B5EF4-FFF2-40B4-BE49-F238E27FC236}">
                  <a16:creationId xmlns:a16="http://schemas.microsoft.com/office/drawing/2014/main" id="{D84B2707-40E4-B5BC-723A-1A4FAC8B76CE}"/>
                </a:ext>
              </a:extLst>
            </p:cNvPr>
            <p:cNvSpPr/>
            <p:nvPr/>
          </p:nvSpPr>
          <p:spPr>
            <a:xfrm>
              <a:off x="14027716" y="3460748"/>
              <a:ext cx="291534" cy="45719"/>
            </a:xfrm>
            <a:custGeom>
              <a:avLst/>
              <a:gdLst/>
              <a:ahLst/>
              <a:cxnLst/>
              <a:rect l="l" t="t" r="r" b="b"/>
              <a:pathLst>
                <a:path w="424180">
                  <a:moveTo>
                    <a:pt x="423703" y="0"/>
                  </a:moveTo>
                  <a:lnTo>
                    <a:pt x="0" y="0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3" name="object 393">
              <a:extLst>
                <a:ext uri="{FF2B5EF4-FFF2-40B4-BE49-F238E27FC236}">
                  <a16:creationId xmlns:a16="http://schemas.microsoft.com/office/drawing/2014/main" id="{DBB7AED2-4F97-7F83-3DED-B0AB216C8C3A}"/>
                </a:ext>
              </a:extLst>
            </p:cNvPr>
            <p:cNvSpPr/>
            <p:nvPr/>
          </p:nvSpPr>
          <p:spPr>
            <a:xfrm>
              <a:off x="14091220" y="3307723"/>
              <a:ext cx="114935" cy="287655"/>
            </a:xfrm>
            <a:custGeom>
              <a:avLst/>
              <a:gdLst/>
              <a:ahLst/>
              <a:cxnLst/>
              <a:rect l="l" t="t" r="r" b="b"/>
              <a:pathLst>
                <a:path w="114934" h="287654">
                  <a:moveTo>
                    <a:pt x="114452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114452" y="287204"/>
                  </a:lnTo>
                  <a:lnTo>
                    <a:pt x="114452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4" name="object 394">
              <a:extLst>
                <a:ext uri="{FF2B5EF4-FFF2-40B4-BE49-F238E27FC236}">
                  <a16:creationId xmlns:a16="http://schemas.microsoft.com/office/drawing/2014/main" id="{C0276809-DABD-D467-5265-16A98E56DAB0}"/>
                </a:ext>
              </a:extLst>
            </p:cNvPr>
            <p:cNvSpPr/>
            <p:nvPr/>
          </p:nvSpPr>
          <p:spPr>
            <a:xfrm>
              <a:off x="14091220" y="3307723"/>
              <a:ext cx="114935" cy="287655"/>
            </a:xfrm>
            <a:custGeom>
              <a:avLst/>
              <a:gdLst/>
              <a:ahLst/>
              <a:cxnLst/>
              <a:rect l="l" t="t" r="r" b="b"/>
              <a:pathLst>
                <a:path w="114934" h="287654">
                  <a:moveTo>
                    <a:pt x="114452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114452" y="0"/>
                  </a:lnTo>
                  <a:lnTo>
                    <a:pt x="114452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5" name="object 395">
              <a:extLst>
                <a:ext uri="{FF2B5EF4-FFF2-40B4-BE49-F238E27FC236}">
                  <a16:creationId xmlns:a16="http://schemas.microsoft.com/office/drawing/2014/main" id="{ED3EF3F9-4655-36E7-5154-71FD8862504C}"/>
                </a:ext>
              </a:extLst>
            </p:cNvPr>
            <p:cNvSpPr/>
            <p:nvPr/>
          </p:nvSpPr>
          <p:spPr>
            <a:xfrm>
              <a:off x="14166850" y="3307720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151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6" name="object 396">
              <a:extLst>
                <a:ext uri="{FF2B5EF4-FFF2-40B4-BE49-F238E27FC236}">
                  <a16:creationId xmlns:a16="http://schemas.microsoft.com/office/drawing/2014/main" id="{8BEA63E2-826B-6BC3-F7EA-E7214F6ECBBF}"/>
                </a:ext>
              </a:extLst>
            </p:cNvPr>
            <p:cNvSpPr/>
            <p:nvPr/>
          </p:nvSpPr>
          <p:spPr>
            <a:xfrm>
              <a:off x="14014450" y="3303688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7" name="object 397">
              <a:extLst>
                <a:ext uri="{FF2B5EF4-FFF2-40B4-BE49-F238E27FC236}">
                  <a16:creationId xmlns:a16="http://schemas.microsoft.com/office/drawing/2014/main" id="{1F7C6791-5854-A36B-CE1C-32CF294A6B02}"/>
                </a:ext>
              </a:extLst>
            </p:cNvPr>
            <p:cNvSpPr/>
            <p:nvPr/>
          </p:nvSpPr>
          <p:spPr>
            <a:xfrm>
              <a:off x="14319250" y="3303688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4" name="object 404">
            <a:extLst>
              <a:ext uri="{FF2B5EF4-FFF2-40B4-BE49-F238E27FC236}">
                <a16:creationId xmlns:a16="http://schemas.microsoft.com/office/drawing/2014/main" id="{593DCC59-67D3-EC73-11F1-57FF578BEFB0}"/>
              </a:ext>
            </a:extLst>
          </p:cNvPr>
          <p:cNvSpPr/>
          <p:nvPr/>
        </p:nvSpPr>
        <p:spPr>
          <a:xfrm flipV="1">
            <a:off x="13979525" y="5757900"/>
            <a:ext cx="339725" cy="65049"/>
          </a:xfrm>
          <a:custGeom>
            <a:avLst/>
            <a:gdLst/>
            <a:ahLst/>
            <a:cxnLst/>
            <a:rect l="l" t="t" r="r" b="b"/>
            <a:pathLst>
              <a:path w="547369">
                <a:moveTo>
                  <a:pt x="547133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object 405">
            <a:extLst>
              <a:ext uri="{FF2B5EF4-FFF2-40B4-BE49-F238E27FC236}">
                <a16:creationId xmlns:a16="http://schemas.microsoft.com/office/drawing/2014/main" id="{249F4A90-CD43-34C4-6A51-5DC6A51355DC}"/>
              </a:ext>
            </a:extLst>
          </p:cNvPr>
          <p:cNvSpPr/>
          <p:nvPr/>
        </p:nvSpPr>
        <p:spPr>
          <a:xfrm>
            <a:off x="14101445" y="5655177"/>
            <a:ext cx="141605" cy="287655"/>
          </a:xfrm>
          <a:custGeom>
            <a:avLst/>
            <a:gdLst/>
            <a:ahLst/>
            <a:cxnLst/>
            <a:rect l="l" t="t" r="r" b="b"/>
            <a:pathLst>
              <a:path w="141605" h="287654">
                <a:moveTo>
                  <a:pt x="141038" y="0"/>
                </a:moveTo>
                <a:lnTo>
                  <a:pt x="0" y="0"/>
                </a:lnTo>
                <a:lnTo>
                  <a:pt x="0" y="287204"/>
                </a:lnTo>
                <a:lnTo>
                  <a:pt x="141038" y="287204"/>
                </a:lnTo>
                <a:lnTo>
                  <a:pt x="141038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6" name="object 406">
            <a:extLst>
              <a:ext uri="{FF2B5EF4-FFF2-40B4-BE49-F238E27FC236}">
                <a16:creationId xmlns:a16="http://schemas.microsoft.com/office/drawing/2014/main" id="{F1462BD2-FF21-131D-E300-BCDD0470044E}"/>
              </a:ext>
            </a:extLst>
          </p:cNvPr>
          <p:cNvSpPr/>
          <p:nvPr/>
        </p:nvSpPr>
        <p:spPr>
          <a:xfrm>
            <a:off x="14101445" y="5655177"/>
            <a:ext cx="141605" cy="287655"/>
          </a:xfrm>
          <a:custGeom>
            <a:avLst/>
            <a:gdLst/>
            <a:ahLst/>
            <a:cxnLst/>
            <a:rect l="l" t="t" r="r" b="b"/>
            <a:pathLst>
              <a:path w="141605" h="287654">
                <a:moveTo>
                  <a:pt x="141038" y="287204"/>
                </a:moveTo>
                <a:lnTo>
                  <a:pt x="0" y="287204"/>
                </a:lnTo>
                <a:lnTo>
                  <a:pt x="0" y="0"/>
                </a:lnTo>
                <a:lnTo>
                  <a:pt x="141038" y="0"/>
                </a:lnTo>
                <a:lnTo>
                  <a:pt x="141038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object 407">
            <a:extLst>
              <a:ext uri="{FF2B5EF4-FFF2-40B4-BE49-F238E27FC236}">
                <a16:creationId xmlns:a16="http://schemas.microsoft.com/office/drawing/2014/main" id="{00AA1BF7-26CD-47E2-580B-686AB57AE915}"/>
              </a:ext>
            </a:extLst>
          </p:cNvPr>
          <p:cNvSpPr/>
          <p:nvPr/>
        </p:nvSpPr>
        <p:spPr>
          <a:xfrm>
            <a:off x="14163001" y="566001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object 408">
            <a:extLst>
              <a:ext uri="{FF2B5EF4-FFF2-40B4-BE49-F238E27FC236}">
                <a16:creationId xmlns:a16="http://schemas.microsoft.com/office/drawing/2014/main" id="{31BADB4A-0403-983F-C328-3BB03CC62844}"/>
              </a:ext>
            </a:extLst>
          </p:cNvPr>
          <p:cNvSpPr/>
          <p:nvPr/>
        </p:nvSpPr>
        <p:spPr>
          <a:xfrm>
            <a:off x="13990320" y="565720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9" name="object 409">
            <a:extLst>
              <a:ext uri="{FF2B5EF4-FFF2-40B4-BE49-F238E27FC236}">
                <a16:creationId xmlns:a16="http://schemas.microsoft.com/office/drawing/2014/main" id="{1433AE5F-8DAA-EA17-D7C9-1FC4BA801962}"/>
              </a:ext>
            </a:extLst>
          </p:cNvPr>
          <p:cNvSpPr/>
          <p:nvPr/>
        </p:nvSpPr>
        <p:spPr>
          <a:xfrm>
            <a:off x="14319250" y="565720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object 416">
            <a:extLst>
              <a:ext uri="{FF2B5EF4-FFF2-40B4-BE49-F238E27FC236}">
                <a16:creationId xmlns:a16="http://schemas.microsoft.com/office/drawing/2014/main" id="{B543361D-EE76-77B0-ADCE-F55848A0164E}"/>
              </a:ext>
            </a:extLst>
          </p:cNvPr>
          <p:cNvSpPr/>
          <p:nvPr/>
        </p:nvSpPr>
        <p:spPr>
          <a:xfrm>
            <a:off x="14015377" y="8154507"/>
            <a:ext cx="219710" cy="0"/>
          </a:xfrm>
          <a:custGeom>
            <a:avLst/>
            <a:gdLst/>
            <a:ahLst/>
            <a:cxnLst/>
            <a:rect l="l" t="t" r="r" b="b"/>
            <a:pathLst>
              <a:path w="219709">
                <a:moveTo>
                  <a:pt x="219248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object 417">
            <a:extLst>
              <a:ext uri="{FF2B5EF4-FFF2-40B4-BE49-F238E27FC236}">
                <a16:creationId xmlns:a16="http://schemas.microsoft.com/office/drawing/2014/main" id="{5A54BAA6-9949-1B36-A380-5A60943163F9}"/>
              </a:ext>
            </a:extLst>
          </p:cNvPr>
          <p:cNvSpPr/>
          <p:nvPr/>
        </p:nvSpPr>
        <p:spPr>
          <a:xfrm>
            <a:off x="14104229" y="8008812"/>
            <a:ext cx="70485" cy="287655"/>
          </a:xfrm>
          <a:custGeom>
            <a:avLst/>
            <a:gdLst/>
            <a:ahLst/>
            <a:cxnLst/>
            <a:rect l="l" t="t" r="r" b="b"/>
            <a:pathLst>
              <a:path w="70484" h="287654">
                <a:moveTo>
                  <a:pt x="70387" y="0"/>
                </a:moveTo>
                <a:lnTo>
                  <a:pt x="0" y="0"/>
                </a:lnTo>
                <a:lnTo>
                  <a:pt x="0" y="287204"/>
                </a:lnTo>
                <a:lnTo>
                  <a:pt x="70387" y="287204"/>
                </a:lnTo>
                <a:lnTo>
                  <a:pt x="70387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object 418">
            <a:extLst>
              <a:ext uri="{FF2B5EF4-FFF2-40B4-BE49-F238E27FC236}">
                <a16:creationId xmlns:a16="http://schemas.microsoft.com/office/drawing/2014/main" id="{40DBD603-7598-CD9E-B00D-D6502F3E3DAF}"/>
              </a:ext>
            </a:extLst>
          </p:cNvPr>
          <p:cNvSpPr/>
          <p:nvPr/>
        </p:nvSpPr>
        <p:spPr>
          <a:xfrm>
            <a:off x="14104229" y="8008812"/>
            <a:ext cx="70485" cy="287655"/>
          </a:xfrm>
          <a:custGeom>
            <a:avLst/>
            <a:gdLst/>
            <a:ahLst/>
            <a:cxnLst/>
            <a:rect l="l" t="t" r="r" b="b"/>
            <a:pathLst>
              <a:path w="70484" h="287654">
                <a:moveTo>
                  <a:pt x="70387" y="287204"/>
                </a:moveTo>
                <a:lnTo>
                  <a:pt x="0" y="287204"/>
                </a:lnTo>
                <a:lnTo>
                  <a:pt x="0" y="0"/>
                </a:lnTo>
                <a:lnTo>
                  <a:pt x="70387" y="0"/>
                </a:lnTo>
                <a:lnTo>
                  <a:pt x="70387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9" name="object 419">
            <a:extLst>
              <a:ext uri="{FF2B5EF4-FFF2-40B4-BE49-F238E27FC236}">
                <a16:creationId xmlns:a16="http://schemas.microsoft.com/office/drawing/2014/main" id="{B1785FED-2608-831A-5329-E385833204EE}"/>
              </a:ext>
            </a:extLst>
          </p:cNvPr>
          <p:cNvSpPr/>
          <p:nvPr/>
        </p:nvSpPr>
        <p:spPr>
          <a:xfrm>
            <a:off x="14125883" y="8010903"/>
            <a:ext cx="15240" cy="287655"/>
          </a:xfrm>
          <a:custGeom>
            <a:avLst/>
            <a:gdLst/>
            <a:ahLst/>
            <a:cxnLst/>
            <a:rect l="l" t="t" r="r" b="b"/>
            <a:pathLst>
              <a:path w="15240" h="287654">
                <a:moveTo>
                  <a:pt x="0" y="287204"/>
                </a:moveTo>
                <a:lnTo>
                  <a:pt x="15198" y="287204"/>
                </a:lnTo>
                <a:lnTo>
                  <a:pt x="15198" y="0"/>
                </a:lnTo>
                <a:lnTo>
                  <a:pt x="0" y="0"/>
                </a:lnTo>
                <a:lnTo>
                  <a:pt x="0" y="2872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0" name="object 420">
            <a:extLst>
              <a:ext uri="{FF2B5EF4-FFF2-40B4-BE49-F238E27FC236}">
                <a16:creationId xmlns:a16="http://schemas.microsoft.com/office/drawing/2014/main" id="{640D9CD7-CABE-2145-4641-7253F9A8B6FF}"/>
              </a:ext>
            </a:extLst>
          </p:cNvPr>
          <p:cNvSpPr/>
          <p:nvPr/>
        </p:nvSpPr>
        <p:spPr>
          <a:xfrm>
            <a:off x="14010785" y="800880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1" name="object 421">
            <a:extLst>
              <a:ext uri="{FF2B5EF4-FFF2-40B4-BE49-F238E27FC236}">
                <a16:creationId xmlns:a16="http://schemas.microsoft.com/office/drawing/2014/main" id="{F27304FB-7F43-88A5-DDE9-4003CEDC9EC0}"/>
              </a:ext>
            </a:extLst>
          </p:cNvPr>
          <p:cNvSpPr/>
          <p:nvPr/>
        </p:nvSpPr>
        <p:spPr>
          <a:xfrm>
            <a:off x="14240659" y="800880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2" name="object 422">
            <a:extLst>
              <a:ext uri="{FF2B5EF4-FFF2-40B4-BE49-F238E27FC236}">
                <a16:creationId xmlns:a16="http://schemas.microsoft.com/office/drawing/2014/main" id="{4C479089-9802-143B-CB06-9297DEA69B86}"/>
              </a:ext>
            </a:extLst>
          </p:cNvPr>
          <p:cNvSpPr/>
          <p:nvPr/>
        </p:nvSpPr>
        <p:spPr>
          <a:xfrm flipV="1">
            <a:off x="11499850" y="4070349"/>
            <a:ext cx="533400" cy="76200"/>
          </a:xfrm>
          <a:custGeom>
            <a:avLst/>
            <a:gdLst/>
            <a:ahLst/>
            <a:cxnLst/>
            <a:rect l="l" t="t" r="r" b="b"/>
            <a:pathLst>
              <a:path w="902334">
                <a:moveTo>
                  <a:pt x="902293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3" name="object 423">
            <a:extLst>
              <a:ext uri="{FF2B5EF4-FFF2-40B4-BE49-F238E27FC236}">
                <a16:creationId xmlns:a16="http://schemas.microsoft.com/office/drawing/2014/main" id="{BBA5962C-1F7B-767A-5C0E-BDA3596ECC90}"/>
              </a:ext>
            </a:extLst>
          </p:cNvPr>
          <p:cNvSpPr/>
          <p:nvPr/>
        </p:nvSpPr>
        <p:spPr>
          <a:xfrm>
            <a:off x="11499850" y="3986332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4" name="object 424">
            <a:extLst>
              <a:ext uri="{FF2B5EF4-FFF2-40B4-BE49-F238E27FC236}">
                <a16:creationId xmlns:a16="http://schemas.microsoft.com/office/drawing/2014/main" id="{C5653B8D-CFF6-24F7-7F1C-D34127D990B3}"/>
              </a:ext>
            </a:extLst>
          </p:cNvPr>
          <p:cNvSpPr/>
          <p:nvPr/>
        </p:nvSpPr>
        <p:spPr>
          <a:xfrm>
            <a:off x="11584539" y="3977809"/>
            <a:ext cx="234950" cy="287655"/>
          </a:xfrm>
          <a:custGeom>
            <a:avLst/>
            <a:gdLst/>
            <a:ahLst/>
            <a:cxnLst/>
            <a:rect l="l" t="t" r="r" b="b"/>
            <a:pathLst>
              <a:path w="234950" h="287654">
                <a:moveTo>
                  <a:pt x="234547" y="0"/>
                </a:moveTo>
                <a:lnTo>
                  <a:pt x="0" y="0"/>
                </a:lnTo>
                <a:lnTo>
                  <a:pt x="0" y="287204"/>
                </a:lnTo>
                <a:lnTo>
                  <a:pt x="234547" y="287204"/>
                </a:lnTo>
                <a:lnTo>
                  <a:pt x="234547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5" name="object 425">
            <a:extLst>
              <a:ext uri="{FF2B5EF4-FFF2-40B4-BE49-F238E27FC236}">
                <a16:creationId xmlns:a16="http://schemas.microsoft.com/office/drawing/2014/main" id="{951C27EA-B279-7689-2AE8-833D8A5D3C1D}"/>
              </a:ext>
            </a:extLst>
          </p:cNvPr>
          <p:cNvSpPr/>
          <p:nvPr/>
        </p:nvSpPr>
        <p:spPr>
          <a:xfrm>
            <a:off x="11584539" y="3977809"/>
            <a:ext cx="234950" cy="287655"/>
          </a:xfrm>
          <a:custGeom>
            <a:avLst/>
            <a:gdLst/>
            <a:ahLst/>
            <a:cxnLst/>
            <a:rect l="l" t="t" r="r" b="b"/>
            <a:pathLst>
              <a:path w="234950" h="287654">
                <a:moveTo>
                  <a:pt x="234547" y="287204"/>
                </a:moveTo>
                <a:lnTo>
                  <a:pt x="0" y="287204"/>
                </a:lnTo>
                <a:lnTo>
                  <a:pt x="0" y="0"/>
                </a:lnTo>
                <a:lnTo>
                  <a:pt x="234547" y="0"/>
                </a:lnTo>
                <a:lnTo>
                  <a:pt x="234547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6" name="object 426">
            <a:extLst>
              <a:ext uri="{FF2B5EF4-FFF2-40B4-BE49-F238E27FC236}">
                <a16:creationId xmlns:a16="http://schemas.microsoft.com/office/drawing/2014/main" id="{86FFA883-0458-B5A7-252C-939C9FCF1CD6}"/>
              </a:ext>
            </a:extLst>
          </p:cNvPr>
          <p:cNvSpPr/>
          <p:nvPr/>
        </p:nvSpPr>
        <p:spPr>
          <a:xfrm>
            <a:off x="11739467" y="3977812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7" name="object 427">
            <a:extLst>
              <a:ext uri="{FF2B5EF4-FFF2-40B4-BE49-F238E27FC236}">
                <a16:creationId xmlns:a16="http://schemas.microsoft.com/office/drawing/2014/main" id="{5281AFEF-DA7B-4E1D-9273-E142BBAB7051}"/>
              </a:ext>
            </a:extLst>
          </p:cNvPr>
          <p:cNvSpPr/>
          <p:nvPr/>
        </p:nvSpPr>
        <p:spPr>
          <a:xfrm>
            <a:off x="12033250" y="3986332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8" name="object 428">
            <a:extLst>
              <a:ext uri="{FF2B5EF4-FFF2-40B4-BE49-F238E27FC236}">
                <a16:creationId xmlns:a16="http://schemas.microsoft.com/office/drawing/2014/main" id="{2EAF2388-F39E-EB33-349B-582A23586CD2}"/>
              </a:ext>
            </a:extLst>
          </p:cNvPr>
          <p:cNvSpPr/>
          <p:nvPr/>
        </p:nvSpPr>
        <p:spPr>
          <a:xfrm>
            <a:off x="14014450" y="3765550"/>
            <a:ext cx="304801" cy="76201"/>
          </a:xfrm>
          <a:custGeom>
            <a:avLst/>
            <a:gdLst/>
            <a:ahLst/>
            <a:cxnLst/>
            <a:rect l="l" t="t" r="r" b="b"/>
            <a:pathLst>
              <a:path w="384175">
                <a:moveTo>
                  <a:pt x="384046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9" name="object 429">
            <a:extLst>
              <a:ext uri="{FF2B5EF4-FFF2-40B4-BE49-F238E27FC236}">
                <a16:creationId xmlns:a16="http://schemas.microsoft.com/office/drawing/2014/main" id="{DC18EB07-547A-D481-D9EC-EA27C980E758}"/>
              </a:ext>
            </a:extLst>
          </p:cNvPr>
          <p:cNvSpPr/>
          <p:nvPr/>
        </p:nvSpPr>
        <p:spPr>
          <a:xfrm>
            <a:off x="14014450" y="364135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0" name="object 430">
            <a:extLst>
              <a:ext uri="{FF2B5EF4-FFF2-40B4-BE49-F238E27FC236}">
                <a16:creationId xmlns:a16="http://schemas.microsoft.com/office/drawing/2014/main" id="{4ED6D164-9F15-47E6-2311-AD6623585C08}"/>
              </a:ext>
            </a:extLst>
          </p:cNvPr>
          <p:cNvSpPr/>
          <p:nvPr/>
        </p:nvSpPr>
        <p:spPr>
          <a:xfrm>
            <a:off x="14122210" y="3641356"/>
            <a:ext cx="107314" cy="287655"/>
          </a:xfrm>
          <a:custGeom>
            <a:avLst/>
            <a:gdLst/>
            <a:ahLst/>
            <a:cxnLst/>
            <a:rect l="l" t="t" r="r" b="b"/>
            <a:pathLst>
              <a:path w="107315" h="287654">
                <a:moveTo>
                  <a:pt x="106873" y="0"/>
                </a:moveTo>
                <a:lnTo>
                  <a:pt x="0" y="0"/>
                </a:lnTo>
                <a:lnTo>
                  <a:pt x="0" y="287204"/>
                </a:lnTo>
                <a:lnTo>
                  <a:pt x="106873" y="287204"/>
                </a:lnTo>
                <a:lnTo>
                  <a:pt x="106873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1" name="object 431">
            <a:extLst>
              <a:ext uri="{FF2B5EF4-FFF2-40B4-BE49-F238E27FC236}">
                <a16:creationId xmlns:a16="http://schemas.microsoft.com/office/drawing/2014/main" id="{CA12FC54-F4C9-F05D-34D2-279C2E19C0D6}"/>
              </a:ext>
            </a:extLst>
          </p:cNvPr>
          <p:cNvSpPr/>
          <p:nvPr/>
        </p:nvSpPr>
        <p:spPr>
          <a:xfrm>
            <a:off x="14115860" y="3637799"/>
            <a:ext cx="107314" cy="287655"/>
          </a:xfrm>
          <a:custGeom>
            <a:avLst/>
            <a:gdLst/>
            <a:ahLst/>
            <a:cxnLst/>
            <a:rect l="l" t="t" r="r" b="b"/>
            <a:pathLst>
              <a:path w="107315" h="287654">
                <a:moveTo>
                  <a:pt x="106873" y="287204"/>
                </a:moveTo>
                <a:lnTo>
                  <a:pt x="0" y="287204"/>
                </a:lnTo>
                <a:lnTo>
                  <a:pt x="0" y="0"/>
                </a:lnTo>
                <a:lnTo>
                  <a:pt x="106873" y="0"/>
                </a:lnTo>
                <a:lnTo>
                  <a:pt x="106873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2" name="object 432">
            <a:extLst>
              <a:ext uri="{FF2B5EF4-FFF2-40B4-BE49-F238E27FC236}">
                <a16:creationId xmlns:a16="http://schemas.microsoft.com/office/drawing/2014/main" id="{858F6DC8-7BA7-9198-7A12-A84D50898F29}"/>
              </a:ext>
            </a:extLst>
          </p:cNvPr>
          <p:cNvSpPr/>
          <p:nvPr/>
        </p:nvSpPr>
        <p:spPr>
          <a:xfrm>
            <a:off x="14166850" y="363951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3" name="object 433">
            <a:extLst>
              <a:ext uri="{FF2B5EF4-FFF2-40B4-BE49-F238E27FC236}">
                <a16:creationId xmlns:a16="http://schemas.microsoft.com/office/drawing/2014/main" id="{FB9BC4B1-11C9-AC0E-E8DF-D9BBEA852CD9}"/>
              </a:ext>
            </a:extLst>
          </p:cNvPr>
          <p:cNvSpPr/>
          <p:nvPr/>
        </p:nvSpPr>
        <p:spPr>
          <a:xfrm>
            <a:off x="14319250" y="364135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97" name="Group 696">
            <a:extLst>
              <a:ext uri="{FF2B5EF4-FFF2-40B4-BE49-F238E27FC236}">
                <a16:creationId xmlns:a16="http://schemas.microsoft.com/office/drawing/2014/main" id="{E3EDA169-8F79-2B1A-71DF-A37D40DBDFF8}"/>
              </a:ext>
            </a:extLst>
          </p:cNvPr>
          <p:cNvGrpSpPr/>
          <p:nvPr/>
        </p:nvGrpSpPr>
        <p:grpSpPr>
          <a:xfrm>
            <a:off x="14014450" y="5993454"/>
            <a:ext cx="349556" cy="290767"/>
            <a:chOff x="13959493" y="5990524"/>
            <a:chExt cx="349556" cy="290767"/>
          </a:xfrm>
        </p:grpSpPr>
        <p:sp>
          <p:nvSpPr>
            <p:cNvPr id="437" name="object 437">
              <a:extLst>
                <a:ext uri="{FF2B5EF4-FFF2-40B4-BE49-F238E27FC236}">
                  <a16:creationId xmlns:a16="http://schemas.microsoft.com/office/drawing/2014/main" id="{0D0832CE-34A1-BB41-F1EF-511DC4A1FB40}"/>
                </a:ext>
              </a:extLst>
            </p:cNvPr>
            <p:cNvSpPr/>
            <p:nvPr/>
          </p:nvSpPr>
          <p:spPr>
            <a:xfrm>
              <a:off x="13959493" y="6134129"/>
              <a:ext cx="342900" cy="0"/>
            </a:xfrm>
            <a:custGeom>
              <a:avLst/>
              <a:gdLst/>
              <a:ahLst/>
              <a:cxnLst/>
              <a:rect l="l" t="t" r="r" b="b"/>
              <a:pathLst>
                <a:path w="342900">
                  <a:moveTo>
                    <a:pt x="342474" y="0"/>
                  </a:moveTo>
                  <a:lnTo>
                    <a:pt x="0" y="0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8" name="object 438">
              <a:extLst>
                <a:ext uri="{FF2B5EF4-FFF2-40B4-BE49-F238E27FC236}">
                  <a16:creationId xmlns:a16="http://schemas.microsoft.com/office/drawing/2014/main" id="{6E00869E-D949-7D77-0B39-A24F60C8D3AF}"/>
                </a:ext>
              </a:extLst>
            </p:cNvPr>
            <p:cNvSpPr/>
            <p:nvPr/>
          </p:nvSpPr>
          <p:spPr>
            <a:xfrm>
              <a:off x="14080571" y="5990529"/>
              <a:ext cx="97155" cy="287655"/>
            </a:xfrm>
            <a:custGeom>
              <a:avLst/>
              <a:gdLst/>
              <a:ahLst/>
              <a:cxnLst/>
              <a:rect l="l" t="t" r="r" b="b"/>
              <a:pathLst>
                <a:path w="97155" h="287654">
                  <a:moveTo>
                    <a:pt x="96862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96862" y="287204"/>
                  </a:lnTo>
                  <a:lnTo>
                    <a:pt x="96862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9" name="object 439">
              <a:extLst>
                <a:ext uri="{FF2B5EF4-FFF2-40B4-BE49-F238E27FC236}">
                  <a16:creationId xmlns:a16="http://schemas.microsoft.com/office/drawing/2014/main" id="{29F90C2D-BC51-0732-81F3-7E838D86B7D6}"/>
                </a:ext>
              </a:extLst>
            </p:cNvPr>
            <p:cNvSpPr/>
            <p:nvPr/>
          </p:nvSpPr>
          <p:spPr>
            <a:xfrm>
              <a:off x="14080571" y="5990529"/>
              <a:ext cx="97155" cy="287655"/>
            </a:xfrm>
            <a:custGeom>
              <a:avLst/>
              <a:gdLst/>
              <a:ahLst/>
              <a:cxnLst/>
              <a:rect l="l" t="t" r="r" b="b"/>
              <a:pathLst>
                <a:path w="97155" h="287654">
                  <a:moveTo>
                    <a:pt x="96862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96862" y="0"/>
                  </a:lnTo>
                  <a:lnTo>
                    <a:pt x="96862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0" name="object 440">
              <a:extLst>
                <a:ext uri="{FF2B5EF4-FFF2-40B4-BE49-F238E27FC236}">
                  <a16:creationId xmlns:a16="http://schemas.microsoft.com/office/drawing/2014/main" id="{B1E6802C-B2D3-8AE3-83CC-F47FC3B19C1D}"/>
                </a:ext>
              </a:extLst>
            </p:cNvPr>
            <p:cNvSpPr/>
            <p:nvPr/>
          </p:nvSpPr>
          <p:spPr>
            <a:xfrm>
              <a:off x="14128392" y="5993636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151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1" name="object 441">
              <a:extLst>
                <a:ext uri="{FF2B5EF4-FFF2-40B4-BE49-F238E27FC236}">
                  <a16:creationId xmlns:a16="http://schemas.microsoft.com/office/drawing/2014/main" id="{CFB6453A-AB4F-BE05-1779-6A6795B0FA27}"/>
                </a:ext>
              </a:extLst>
            </p:cNvPr>
            <p:cNvSpPr/>
            <p:nvPr/>
          </p:nvSpPr>
          <p:spPr>
            <a:xfrm>
              <a:off x="13963693" y="5990524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2" name="object 442">
              <a:extLst>
                <a:ext uri="{FF2B5EF4-FFF2-40B4-BE49-F238E27FC236}">
                  <a16:creationId xmlns:a16="http://schemas.microsoft.com/office/drawing/2014/main" id="{DC7B6CD5-CBD7-049F-A214-8F3B196A3140}"/>
                </a:ext>
              </a:extLst>
            </p:cNvPr>
            <p:cNvSpPr/>
            <p:nvPr/>
          </p:nvSpPr>
          <p:spPr>
            <a:xfrm>
              <a:off x="14309049" y="5990524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3" name="object 443">
            <a:extLst>
              <a:ext uri="{FF2B5EF4-FFF2-40B4-BE49-F238E27FC236}">
                <a16:creationId xmlns:a16="http://schemas.microsoft.com/office/drawing/2014/main" id="{1830F6B0-6EC7-5FB9-C02B-E35B3A1121C7}"/>
              </a:ext>
            </a:extLst>
          </p:cNvPr>
          <p:cNvSpPr/>
          <p:nvPr/>
        </p:nvSpPr>
        <p:spPr>
          <a:xfrm>
            <a:off x="11728451" y="7490822"/>
            <a:ext cx="71454" cy="0"/>
          </a:xfrm>
          <a:custGeom>
            <a:avLst/>
            <a:gdLst/>
            <a:ahLst/>
            <a:cxnLst/>
            <a:rect l="l" t="t" r="r" b="b"/>
            <a:pathLst>
              <a:path w="127000">
                <a:moveTo>
                  <a:pt x="126509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4" name="object 444">
            <a:extLst>
              <a:ext uri="{FF2B5EF4-FFF2-40B4-BE49-F238E27FC236}">
                <a16:creationId xmlns:a16="http://schemas.microsoft.com/office/drawing/2014/main" id="{36A2081A-2087-50F1-5D0C-1AE9B4E966C3}"/>
              </a:ext>
            </a:extLst>
          </p:cNvPr>
          <p:cNvSpPr/>
          <p:nvPr/>
        </p:nvSpPr>
        <p:spPr>
          <a:xfrm>
            <a:off x="11757260" y="7347220"/>
            <a:ext cx="30011" cy="287655"/>
          </a:xfrm>
          <a:custGeom>
            <a:avLst/>
            <a:gdLst/>
            <a:ahLst/>
            <a:cxnLst/>
            <a:rect l="l" t="t" r="r" b="b"/>
            <a:pathLst>
              <a:path w="53340" h="287654">
                <a:moveTo>
                  <a:pt x="52717" y="0"/>
                </a:moveTo>
                <a:lnTo>
                  <a:pt x="0" y="0"/>
                </a:lnTo>
                <a:lnTo>
                  <a:pt x="0" y="287204"/>
                </a:lnTo>
                <a:lnTo>
                  <a:pt x="52717" y="287204"/>
                </a:lnTo>
                <a:lnTo>
                  <a:pt x="52717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5" name="object 445">
            <a:extLst>
              <a:ext uri="{FF2B5EF4-FFF2-40B4-BE49-F238E27FC236}">
                <a16:creationId xmlns:a16="http://schemas.microsoft.com/office/drawing/2014/main" id="{62FFAD41-D973-CBCD-430D-010226DA48B9}"/>
              </a:ext>
            </a:extLst>
          </p:cNvPr>
          <p:cNvSpPr/>
          <p:nvPr/>
        </p:nvSpPr>
        <p:spPr>
          <a:xfrm>
            <a:off x="11757260" y="7347220"/>
            <a:ext cx="30011" cy="287655"/>
          </a:xfrm>
          <a:custGeom>
            <a:avLst/>
            <a:gdLst/>
            <a:ahLst/>
            <a:cxnLst/>
            <a:rect l="l" t="t" r="r" b="b"/>
            <a:pathLst>
              <a:path w="53340" h="287654">
                <a:moveTo>
                  <a:pt x="52717" y="287204"/>
                </a:moveTo>
                <a:lnTo>
                  <a:pt x="0" y="287204"/>
                </a:lnTo>
                <a:lnTo>
                  <a:pt x="0" y="0"/>
                </a:lnTo>
                <a:lnTo>
                  <a:pt x="52717" y="0"/>
                </a:lnTo>
                <a:lnTo>
                  <a:pt x="52717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6" name="object 446">
            <a:extLst>
              <a:ext uri="{FF2B5EF4-FFF2-40B4-BE49-F238E27FC236}">
                <a16:creationId xmlns:a16="http://schemas.microsoft.com/office/drawing/2014/main" id="{208D8FEA-7C39-9F88-0C55-6C759BA31216}"/>
              </a:ext>
            </a:extLst>
          </p:cNvPr>
          <p:cNvSpPr/>
          <p:nvPr/>
        </p:nvSpPr>
        <p:spPr>
          <a:xfrm>
            <a:off x="11766596" y="734695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506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7" name="object 447">
            <a:extLst>
              <a:ext uri="{FF2B5EF4-FFF2-40B4-BE49-F238E27FC236}">
                <a16:creationId xmlns:a16="http://schemas.microsoft.com/office/drawing/2014/main" id="{1ACFC36C-6F6F-67D1-8240-B6DBFDCE5782}"/>
              </a:ext>
            </a:extLst>
          </p:cNvPr>
          <p:cNvSpPr/>
          <p:nvPr/>
        </p:nvSpPr>
        <p:spPr>
          <a:xfrm>
            <a:off x="11731216" y="734721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8" name="object 448">
            <a:extLst>
              <a:ext uri="{FF2B5EF4-FFF2-40B4-BE49-F238E27FC236}">
                <a16:creationId xmlns:a16="http://schemas.microsoft.com/office/drawing/2014/main" id="{43239D61-CC0D-2405-E6E4-8F8A4450681B}"/>
              </a:ext>
            </a:extLst>
          </p:cNvPr>
          <p:cNvSpPr/>
          <p:nvPr/>
        </p:nvSpPr>
        <p:spPr>
          <a:xfrm>
            <a:off x="11804650" y="7347218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9" name="object 449">
            <a:extLst>
              <a:ext uri="{FF2B5EF4-FFF2-40B4-BE49-F238E27FC236}">
                <a16:creationId xmlns:a16="http://schemas.microsoft.com/office/drawing/2014/main" id="{6FFF68E1-4D7A-9823-EB4F-E53641F52C07}"/>
              </a:ext>
            </a:extLst>
          </p:cNvPr>
          <p:cNvSpPr/>
          <p:nvPr/>
        </p:nvSpPr>
        <p:spPr>
          <a:xfrm>
            <a:off x="14032730" y="8485882"/>
            <a:ext cx="221615" cy="0"/>
          </a:xfrm>
          <a:custGeom>
            <a:avLst/>
            <a:gdLst/>
            <a:ahLst/>
            <a:cxnLst/>
            <a:rect l="l" t="t" r="r" b="b"/>
            <a:pathLst>
              <a:path w="221615">
                <a:moveTo>
                  <a:pt x="221224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0" name="object 450">
            <a:extLst>
              <a:ext uri="{FF2B5EF4-FFF2-40B4-BE49-F238E27FC236}">
                <a16:creationId xmlns:a16="http://schemas.microsoft.com/office/drawing/2014/main" id="{27C9163C-5B4A-8D91-01C5-B322C0407B1E}"/>
              </a:ext>
            </a:extLst>
          </p:cNvPr>
          <p:cNvSpPr/>
          <p:nvPr/>
        </p:nvSpPr>
        <p:spPr>
          <a:xfrm>
            <a:off x="14102790" y="8342279"/>
            <a:ext cx="66675" cy="287655"/>
          </a:xfrm>
          <a:custGeom>
            <a:avLst/>
            <a:gdLst/>
            <a:ahLst/>
            <a:cxnLst/>
            <a:rect l="l" t="t" r="r" b="b"/>
            <a:pathLst>
              <a:path w="66675" h="287654">
                <a:moveTo>
                  <a:pt x="66365" y="0"/>
                </a:moveTo>
                <a:lnTo>
                  <a:pt x="0" y="0"/>
                </a:lnTo>
                <a:lnTo>
                  <a:pt x="0" y="287204"/>
                </a:lnTo>
                <a:lnTo>
                  <a:pt x="66365" y="287204"/>
                </a:lnTo>
                <a:lnTo>
                  <a:pt x="66365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1" name="object 451">
            <a:extLst>
              <a:ext uri="{FF2B5EF4-FFF2-40B4-BE49-F238E27FC236}">
                <a16:creationId xmlns:a16="http://schemas.microsoft.com/office/drawing/2014/main" id="{34CDE3A8-763B-0C47-FD18-0EF4C55B9C6D}"/>
              </a:ext>
            </a:extLst>
          </p:cNvPr>
          <p:cNvSpPr/>
          <p:nvPr/>
        </p:nvSpPr>
        <p:spPr>
          <a:xfrm>
            <a:off x="14102790" y="8342279"/>
            <a:ext cx="66675" cy="287655"/>
          </a:xfrm>
          <a:custGeom>
            <a:avLst/>
            <a:gdLst/>
            <a:ahLst/>
            <a:cxnLst/>
            <a:rect l="l" t="t" r="r" b="b"/>
            <a:pathLst>
              <a:path w="66675" h="287654">
                <a:moveTo>
                  <a:pt x="66365" y="287204"/>
                </a:moveTo>
                <a:lnTo>
                  <a:pt x="0" y="287204"/>
                </a:lnTo>
                <a:lnTo>
                  <a:pt x="0" y="0"/>
                </a:lnTo>
                <a:lnTo>
                  <a:pt x="66365" y="0"/>
                </a:lnTo>
                <a:lnTo>
                  <a:pt x="66365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2" name="object 452">
            <a:extLst>
              <a:ext uri="{FF2B5EF4-FFF2-40B4-BE49-F238E27FC236}">
                <a16:creationId xmlns:a16="http://schemas.microsoft.com/office/drawing/2014/main" id="{E201848C-3540-972F-2288-1FB5AB3EC7FC}"/>
              </a:ext>
            </a:extLst>
          </p:cNvPr>
          <p:cNvSpPr/>
          <p:nvPr/>
        </p:nvSpPr>
        <p:spPr>
          <a:xfrm>
            <a:off x="14130448" y="8342009"/>
            <a:ext cx="15240" cy="287655"/>
          </a:xfrm>
          <a:custGeom>
            <a:avLst/>
            <a:gdLst/>
            <a:ahLst/>
            <a:cxnLst/>
            <a:rect l="l" t="t" r="r" b="b"/>
            <a:pathLst>
              <a:path w="15240" h="287654">
                <a:moveTo>
                  <a:pt x="0" y="287204"/>
                </a:moveTo>
                <a:lnTo>
                  <a:pt x="15198" y="287204"/>
                </a:lnTo>
                <a:lnTo>
                  <a:pt x="15198" y="0"/>
                </a:lnTo>
                <a:lnTo>
                  <a:pt x="0" y="0"/>
                </a:lnTo>
                <a:lnTo>
                  <a:pt x="0" y="2872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3" name="object 453">
            <a:extLst>
              <a:ext uri="{FF2B5EF4-FFF2-40B4-BE49-F238E27FC236}">
                <a16:creationId xmlns:a16="http://schemas.microsoft.com/office/drawing/2014/main" id="{F25D3D47-9DF2-90DD-B995-2C23E5EC5917}"/>
              </a:ext>
            </a:extLst>
          </p:cNvPr>
          <p:cNvSpPr/>
          <p:nvPr/>
        </p:nvSpPr>
        <p:spPr>
          <a:xfrm>
            <a:off x="14029784" y="834227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4" name="object 454">
            <a:extLst>
              <a:ext uri="{FF2B5EF4-FFF2-40B4-BE49-F238E27FC236}">
                <a16:creationId xmlns:a16="http://schemas.microsoft.com/office/drawing/2014/main" id="{68A3BD3C-3226-8729-FBF8-0996A728B399}"/>
              </a:ext>
            </a:extLst>
          </p:cNvPr>
          <p:cNvSpPr/>
          <p:nvPr/>
        </p:nvSpPr>
        <p:spPr>
          <a:xfrm>
            <a:off x="14252213" y="834227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93" name="Group 692">
            <a:extLst>
              <a:ext uri="{FF2B5EF4-FFF2-40B4-BE49-F238E27FC236}">
                <a16:creationId xmlns:a16="http://schemas.microsoft.com/office/drawing/2014/main" id="{7625AF57-5CB1-DB11-B608-1614DBBC9B38}"/>
              </a:ext>
            </a:extLst>
          </p:cNvPr>
          <p:cNvGrpSpPr/>
          <p:nvPr/>
        </p:nvGrpSpPr>
        <p:grpSpPr>
          <a:xfrm>
            <a:off x="14014450" y="3976180"/>
            <a:ext cx="378191" cy="296597"/>
            <a:chOff x="14014449" y="3977842"/>
            <a:chExt cx="378191" cy="296597"/>
          </a:xfrm>
        </p:grpSpPr>
        <p:sp>
          <p:nvSpPr>
            <p:cNvPr id="458" name="object 458">
              <a:extLst>
                <a:ext uri="{FF2B5EF4-FFF2-40B4-BE49-F238E27FC236}">
                  <a16:creationId xmlns:a16="http://schemas.microsoft.com/office/drawing/2014/main" id="{81BFA078-180F-DC29-4A13-279B87A6C7A0}"/>
                </a:ext>
              </a:extLst>
            </p:cNvPr>
            <p:cNvSpPr/>
            <p:nvPr/>
          </p:nvSpPr>
          <p:spPr>
            <a:xfrm flipV="1">
              <a:off x="14014449" y="4070350"/>
              <a:ext cx="371759" cy="45719"/>
            </a:xfrm>
            <a:custGeom>
              <a:avLst/>
              <a:gdLst/>
              <a:ahLst/>
              <a:cxnLst/>
              <a:rect l="l" t="t" r="r" b="b"/>
              <a:pathLst>
                <a:path w="455930">
                  <a:moveTo>
                    <a:pt x="455579" y="0"/>
                  </a:moveTo>
                  <a:lnTo>
                    <a:pt x="0" y="0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9" name="object 459">
              <a:extLst>
                <a:ext uri="{FF2B5EF4-FFF2-40B4-BE49-F238E27FC236}">
                  <a16:creationId xmlns:a16="http://schemas.microsoft.com/office/drawing/2014/main" id="{61C7AE9D-7D80-974C-9DC7-B7B57F593C18}"/>
                </a:ext>
              </a:extLst>
            </p:cNvPr>
            <p:cNvSpPr/>
            <p:nvPr/>
          </p:nvSpPr>
          <p:spPr>
            <a:xfrm>
              <a:off x="14118336" y="3986784"/>
              <a:ext cx="155448" cy="287655"/>
            </a:xfrm>
            <a:custGeom>
              <a:avLst/>
              <a:gdLst/>
              <a:ahLst/>
              <a:cxnLst/>
              <a:rect l="l" t="t" r="r" b="b"/>
              <a:pathLst>
                <a:path w="133350" h="287654">
                  <a:moveTo>
                    <a:pt x="133196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133196" y="287204"/>
                  </a:lnTo>
                  <a:lnTo>
                    <a:pt x="133196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0" name="object 460">
              <a:extLst>
                <a:ext uri="{FF2B5EF4-FFF2-40B4-BE49-F238E27FC236}">
                  <a16:creationId xmlns:a16="http://schemas.microsoft.com/office/drawing/2014/main" id="{FE1FEBD3-78F0-08FD-A0E0-10800B135732}"/>
                </a:ext>
              </a:extLst>
            </p:cNvPr>
            <p:cNvSpPr/>
            <p:nvPr/>
          </p:nvSpPr>
          <p:spPr>
            <a:xfrm>
              <a:off x="14118336" y="3986332"/>
              <a:ext cx="152400" cy="287655"/>
            </a:xfrm>
            <a:custGeom>
              <a:avLst/>
              <a:gdLst/>
              <a:ahLst/>
              <a:cxnLst/>
              <a:rect l="l" t="t" r="r" b="b"/>
              <a:pathLst>
                <a:path w="133350" h="287654">
                  <a:moveTo>
                    <a:pt x="133196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133196" y="0"/>
                  </a:lnTo>
                  <a:lnTo>
                    <a:pt x="133196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1" name="object 461">
              <a:extLst>
                <a:ext uri="{FF2B5EF4-FFF2-40B4-BE49-F238E27FC236}">
                  <a16:creationId xmlns:a16="http://schemas.microsoft.com/office/drawing/2014/main" id="{DB41C88E-FB2E-7885-A909-7687F2389083}"/>
                </a:ext>
              </a:extLst>
            </p:cNvPr>
            <p:cNvSpPr/>
            <p:nvPr/>
          </p:nvSpPr>
          <p:spPr>
            <a:xfrm>
              <a:off x="14173200" y="3986332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151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2" name="object 462">
              <a:extLst>
                <a:ext uri="{FF2B5EF4-FFF2-40B4-BE49-F238E27FC236}">
                  <a16:creationId xmlns:a16="http://schemas.microsoft.com/office/drawing/2014/main" id="{A53125E2-D799-B3C4-0E3A-70F7EA81A7B6}"/>
                </a:ext>
              </a:extLst>
            </p:cNvPr>
            <p:cNvSpPr/>
            <p:nvPr/>
          </p:nvSpPr>
          <p:spPr>
            <a:xfrm>
              <a:off x="14014450" y="3986332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3" name="object 463">
              <a:extLst>
                <a:ext uri="{FF2B5EF4-FFF2-40B4-BE49-F238E27FC236}">
                  <a16:creationId xmlns:a16="http://schemas.microsoft.com/office/drawing/2014/main" id="{81E76C47-45BA-D3BD-9392-1FF18D39CC5C}"/>
                </a:ext>
              </a:extLst>
            </p:cNvPr>
            <p:cNvSpPr/>
            <p:nvPr/>
          </p:nvSpPr>
          <p:spPr>
            <a:xfrm>
              <a:off x="14392640" y="3977842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98" name="Group 697">
            <a:extLst>
              <a:ext uri="{FF2B5EF4-FFF2-40B4-BE49-F238E27FC236}">
                <a16:creationId xmlns:a16="http://schemas.microsoft.com/office/drawing/2014/main" id="{DB376AE4-4910-0976-7A69-2D97149DB4CE}"/>
              </a:ext>
            </a:extLst>
          </p:cNvPr>
          <p:cNvGrpSpPr/>
          <p:nvPr/>
        </p:nvGrpSpPr>
        <p:grpSpPr>
          <a:xfrm>
            <a:off x="14014450" y="6340125"/>
            <a:ext cx="433148" cy="287658"/>
            <a:chOff x="13963291" y="6325878"/>
            <a:chExt cx="433148" cy="287658"/>
          </a:xfrm>
        </p:grpSpPr>
        <p:sp>
          <p:nvSpPr>
            <p:cNvPr id="467" name="object 467">
              <a:extLst>
                <a:ext uri="{FF2B5EF4-FFF2-40B4-BE49-F238E27FC236}">
                  <a16:creationId xmlns:a16="http://schemas.microsoft.com/office/drawing/2014/main" id="{961DB771-9130-7CEF-1E19-6D29C668D015}"/>
                </a:ext>
              </a:extLst>
            </p:cNvPr>
            <p:cNvSpPr/>
            <p:nvPr/>
          </p:nvSpPr>
          <p:spPr>
            <a:xfrm>
              <a:off x="13966571" y="6469483"/>
              <a:ext cx="427355" cy="0"/>
            </a:xfrm>
            <a:custGeom>
              <a:avLst/>
              <a:gdLst/>
              <a:ahLst/>
              <a:cxnLst/>
              <a:rect l="l" t="t" r="r" b="b"/>
              <a:pathLst>
                <a:path w="427355">
                  <a:moveTo>
                    <a:pt x="426814" y="0"/>
                  </a:moveTo>
                  <a:lnTo>
                    <a:pt x="0" y="0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8" name="object 468">
              <a:extLst>
                <a:ext uri="{FF2B5EF4-FFF2-40B4-BE49-F238E27FC236}">
                  <a16:creationId xmlns:a16="http://schemas.microsoft.com/office/drawing/2014/main" id="{07665D1F-B363-62A5-C05C-98737CE80E20}"/>
                </a:ext>
              </a:extLst>
            </p:cNvPr>
            <p:cNvSpPr/>
            <p:nvPr/>
          </p:nvSpPr>
          <p:spPr>
            <a:xfrm>
              <a:off x="14085222" y="6325881"/>
              <a:ext cx="128270" cy="287655"/>
            </a:xfrm>
            <a:custGeom>
              <a:avLst/>
              <a:gdLst/>
              <a:ahLst/>
              <a:cxnLst/>
              <a:rect l="l" t="t" r="r" b="b"/>
              <a:pathLst>
                <a:path w="128269" h="287654">
                  <a:moveTo>
                    <a:pt x="127887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127887" y="287204"/>
                  </a:lnTo>
                  <a:lnTo>
                    <a:pt x="127887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9" name="object 469">
              <a:extLst>
                <a:ext uri="{FF2B5EF4-FFF2-40B4-BE49-F238E27FC236}">
                  <a16:creationId xmlns:a16="http://schemas.microsoft.com/office/drawing/2014/main" id="{F8071593-97E4-FCB6-E84A-401964DA499E}"/>
                </a:ext>
              </a:extLst>
            </p:cNvPr>
            <p:cNvSpPr/>
            <p:nvPr/>
          </p:nvSpPr>
          <p:spPr>
            <a:xfrm>
              <a:off x="14085222" y="6325881"/>
              <a:ext cx="128270" cy="287655"/>
            </a:xfrm>
            <a:custGeom>
              <a:avLst/>
              <a:gdLst/>
              <a:ahLst/>
              <a:cxnLst/>
              <a:rect l="l" t="t" r="r" b="b"/>
              <a:pathLst>
                <a:path w="128269" h="287654">
                  <a:moveTo>
                    <a:pt x="127887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127887" y="0"/>
                  </a:lnTo>
                  <a:lnTo>
                    <a:pt x="127887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0" name="object 470">
              <a:extLst>
                <a:ext uri="{FF2B5EF4-FFF2-40B4-BE49-F238E27FC236}">
                  <a16:creationId xmlns:a16="http://schemas.microsoft.com/office/drawing/2014/main" id="{2E29A3C8-6C97-D28F-5A75-048714957B39}"/>
                </a:ext>
              </a:extLst>
            </p:cNvPr>
            <p:cNvSpPr/>
            <p:nvPr/>
          </p:nvSpPr>
          <p:spPr>
            <a:xfrm>
              <a:off x="14139904" y="6325878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151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1" name="object 471">
              <a:extLst>
                <a:ext uri="{FF2B5EF4-FFF2-40B4-BE49-F238E27FC236}">
                  <a16:creationId xmlns:a16="http://schemas.microsoft.com/office/drawing/2014/main" id="{B3A87B00-2A48-6A5E-6010-032E8D486BA2}"/>
                </a:ext>
              </a:extLst>
            </p:cNvPr>
            <p:cNvSpPr/>
            <p:nvPr/>
          </p:nvSpPr>
          <p:spPr>
            <a:xfrm>
              <a:off x="13963291" y="6325878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2" name="object 472">
              <a:extLst>
                <a:ext uri="{FF2B5EF4-FFF2-40B4-BE49-F238E27FC236}">
                  <a16:creationId xmlns:a16="http://schemas.microsoft.com/office/drawing/2014/main" id="{1F4B2306-68F2-6C49-956A-2A92C1BB053F}"/>
                </a:ext>
              </a:extLst>
            </p:cNvPr>
            <p:cNvSpPr/>
            <p:nvPr/>
          </p:nvSpPr>
          <p:spPr>
            <a:xfrm>
              <a:off x="14396439" y="6325878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9" name="object 479">
            <a:extLst>
              <a:ext uri="{FF2B5EF4-FFF2-40B4-BE49-F238E27FC236}">
                <a16:creationId xmlns:a16="http://schemas.microsoft.com/office/drawing/2014/main" id="{43BA0516-6834-0798-B58E-986B96B61D4F}"/>
              </a:ext>
            </a:extLst>
          </p:cNvPr>
          <p:cNvSpPr/>
          <p:nvPr/>
        </p:nvSpPr>
        <p:spPr>
          <a:xfrm>
            <a:off x="14025985" y="8821980"/>
            <a:ext cx="208279" cy="0"/>
          </a:xfrm>
          <a:custGeom>
            <a:avLst/>
            <a:gdLst/>
            <a:ahLst/>
            <a:cxnLst/>
            <a:rect l="l" t="t" r="r" b="b"/>
            <a:pathLst>
              <a:path w="208280">
                <a:moveTo>
                  <a:pt x="208022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0" name="object 480">
            <a:extLst>
              <a:ext uri="{FF2B5EF4-FFF2-40B4-BE49-F238E27FC236}">
                <a16:creationId xmlns:a16="http://schemas.microsoft.com/office/drawing/2014/main" id="{72221844-22A4-23F3-0938-E075FCB81C35}"/>
              </a:ext>
            </a:extLst>
          </p:cNvPr>
          <p:cNvSpPr/>
          <p:nvPr/>
        </p:nvSpPr>
        <p:spPr>
          <a:xfrm>
            <a:off x="14104928" y="8678381"/>
            <a:ext cx="56515" cy="287655"/>
          </a:xfrm>
          <a:custGeom>
            <a:avLst/>
            <a:gdLst/>
            <a:ahLst/>
            <a:cxnLst/>
            <a:rect l="l" t="t" r="r" b="b"/>
            <a:pathLst>
              <a:path w="56515" h="287654">
                <a:moveTo>
                  <a:pt x="56395" y="0"/>
                </a:moveTo>
                <a:lnTo>
                  <a:pt x="0" y="0"/>
                </a:lnTo>
                <a:lnTo>
                  <a:pt x="0" y="287204"/>
                </a:lnTo>
                <a:lnTo>
                  <a:pt x="56395" y="287204"/>
                </a:lnTo>
                <a:lnTo>
                  <a:pt x="56395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1" name="object 481">
            <a:extLst>
              <a:ext uri="{FF2B5EF4-FFF2-40B4-BE49-F238E27FC236}">
                <a16:creationId xmlns:a16="http://schemas.microsoft.com/office/drawing/2014/main" id="{ABEAE65C-89D5-996F-B436-DD52287DB235}"/>
              </a:ext>
            </a:extLst>
          </p:cNvPr>
          <p:cNvSpPr/>
          <p:nvPr/>
        </p:nvSpPr>
        <p:spPr>
          <a:xfrm>
            <a:off x="14104928" y="8678381"/>
            <a:ext cx="56515" cy="287655"/>
          </a:xfrm>
          <a:custGeom>
            <a:avLst/>
            <a:gdLst/>
            <a:ahLst/>
            <a:cxnLst/>
            <a:rect l="l" t="t" r="r" b="b"/>
            <a:pathLst>
              <a:path w="56515" h="287654">
                <a:moveTo>
                  <a:pt x="56395" y="287204"/>
                </a:moveTo>
                <a:lnTo>
                  <a:pt x="0" y="287204"/>
                </a:lnTo>
                <a:lnTo>
                  <a:pt x="0" y="0"/>
                </a:lnTo>
                <a:lnTo>
                  <a:pt x="56395" y="0"/>
                </a:lnTo>
                <a:lnTo>
                  <a:pt x="56395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2" name="object 482">
            <a:extLst>
              <a:ext uri="{FF2B5EF4-FFF2-40B4-BE49-F238E27FC236}">
                <a16:creationId xmlns:a16="http://schemas.microsoft.com/office/drawing/2014/main" id="{5554453A-9B2A-8BE7-9961-40F1C2C53CB1}"/>
              </a:ext>
            </a:extLst>
          </p:cNvPr>
          <p:cNvSpPr/>
          <p:nvPr/>
        </p:nvSpPr>
        <p:spPr>
          <a:xfrm>
            <a:off x="14125919" y="8678377"/>
            <a:ext cx="15240" cy="287655"/>
          </a:xfrm>
          <a:custGeom>
            <a:avLst/>
            <a:gdLst/>
            <a:ahLst/>
            <a:cxnLst/>
            <a:rect l="l" t="t" r="r" b="b"/>
            <a:pathLst>
              <a:path w="15240" h="287654">
                <a:moveTo>
                  <a:pt x="0" y="287204"/>
                </a:moveTo>
                <a:lnTo>
                  <a:pt x="15198" y="287204"/>
                </a:lnTo>
                <a:lnTo>
                  <a:pt x="15198" y="0"/>
                </a:lnTo>
                <a:lnTo>
                  <a:pt x="0" y="0"/>
                </a:lnTo>
                <a:lnTo>
                  <a:pt x="0" y="2872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3" name="object 483">
            <a:extLst>
              <a:ext uri="{FF2B5EF4-FFF2-40B4-BE49-F238E27FC236}">
                <a16:creationId xmlns:a16="http://schemas.microsoft.com/office/drawing/2014/main" id="{049E4516-8706-900A-31F1-8F0302811382}"/>
              </a:ext>
            </a:extLst>
          </p:cNvPr>
          <p:cNvSpPr/>
          <p:nvPr/>
        </p:nvSpPr>
        <p:spPr>
          <a:xfrm>
            <a:off x="14030222" y="867837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4" name="object 484">
            <a:extLst>
              <a:ext uri="{FF2B5EF4-FFF2-40B4-BE49-F238E27FC236}">
                <a16:creationId xmlns:a16="http://schemas.microsoft.com/office/drawing/2014/main" id="{466356FD-5134-577A-6665-1422AFE9D975}"/>
              </a:ext>
            </a:extLst>
          </p:cNvPr>
          <p:cNvSpPr/>
          <p:nvPr/>
        </p:nvSpPr>
        <p:spPr>
          <a:xfrm>
            <a:off x="14236857" y="867837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1" name="object 491">
            <a:extLst>
              <a:ext uri="{FF2B5EF4-FFF2-40B4-BE49-F238E27FC236}">
                <a16:creationId xmlns:a16="http://schemas.microsoft.com/office/drawing/2014/main" id="{BB7074EF-E9BD-D8F1-8F6E-F7AB0FC418D2}"/>
              </a:ext>
            </a:extLst>
          </p:cNvPr>
          <p:cNvSpPr/>
          <p:nvPr/>
        </p:nvSpPr>
        <p:spPr>
          <a:xfrm>
            <a:off x="13947206" y="5130138"/>
            <a:ext cx="372044" cy="45719"/>
          </a:xfrm>
          <a:custGeom>
            <a:avLst/>
            <a:gdLst/>
            <a:ahLst/>
            <a:cxnLst/>
            <a:rect l="l" t="t" r="r" b="b"/>
            <a:pathLst>
              <a:path w="443865">
                <a:moveTo>
                  <a:pt x="443785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2" name="object 492">
            <a:extLst>
              <a:ext uri="{FF2B5EF4-FFF2-40B4-BE49-F238E27FC236}">
                <a16:creationId xmlns:a16="http://schemas.microsoft.com/office/drawing/2014/main" id="{0D10BDC1-6AB3-E535-7B5E-7D437F656EF9}"/>
              </a:ext>
            </a:extLst>
          </p:cNvPr>
          <p:cNvSpPr/>
          <p:nvPr/>
        </p:nvSpPr>
        <p:spPr>
          <a:xfrm>
            <a:off x="13947107" y="4987802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3" name="object 493">
            <a:extLst>
              <a:ext uri="{FF2B5EF4-FFF2-40B4-BE49-F238E27FC236}">
                <a16:creationId xmlns:a16="http://schemas.microsoft.com/office/drawing/2014/main" id="{B0D76CC9-80D7-BF73-0167-8673F89BB950}"/>
              </a:ext>
            </a:extLst>
          </p:cNvPr>
          <p:cNvSpPr/>
          <p:nvPr/>
        </p:nvSpPr>
        <p:spPr>
          <a:xfrm flipH="1">
            <a:off x="14243050" y="4995988"/>
            <a:ext cx="76200" cy="257968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4" name="object 494">
            <a:extLst>
              <a:ext uri="{FF2B5EF4-FFF2-40B4-BE49-F238E27FC236}">
                <a16:creationId xmlns:a16="http://schemas.microsoft.com/office/drawing/2014/main" id="{50AB1215-CF97-F764-BAEF-2BEB65519940}"/>
              </a:ext>
            </a:extLst>
          </p:cNvPr>
          <p:cNvSpPr/>
          <p:nvPr/>
        </p:nvSpPr>
        <p:spPr>
          <a:xfrm>
            <a:off x="14142249" y="5001895"/>
            <a:ext cx="86706" cy="287655"/>
          </a:xfrm>
          <a:custGeom>
            <a:avLst/>
            <a:gdLst/>
            <a:ahLst/>
            <a:cxnLst/>
            <a:rect l="l" t="t" r="r" b="b"/>
            <a:pathLst>
              <a:path w="120650" h="287654">
                <a:moveTo>
                  <a:pt x="120065" y="0"/>
                </a:moveTo>
                <a:lnTo>
                  <a:pt x="0" y="0"/>
                </a:lnTo>
                <a:lnTo>
                  <a:pt x="0" y="287204"/>
                </a:lnTo>
                <a:lnTo>
                  <a:pt x="120065" y="287204"/>
                </a:lnTo>
                <a:lnTo>
                  <a:pt x="120065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5" name="object 495">
            <a:extLst>
              <a:ext uri="{FF2B5EF4-FFF2-40B4-BE49-F238E27FC236}">
                <a16:creationId xmlns:a16="http://schemas.microsoft.com/office/drawing/2014/main" id="{F68F152F-CF20-0943-B72F-777AE02E8440}"/>
              </a:ext>
            </a:extLst>
          </p:cNvPr>
          <p:cNvSpPr/>
          <p:nvPr/>
        </p:nvSpPr>
        <p:spPr>
          <a:xfrm>
            <a:off x="14142249" y="5006221"/>
            <a:ext cx="86706" cy="269240"/>
          </a:xfrm>
          <a:custGeom>
            <a:avLst/>
            <a:gdLst/>
            <a:ahLst/>
            <a:cxnLst/>
            <a:rect l="l" t="t" r="r" b="b"/>
            <a:pathLst>
              <a:path w="120650" h="287654">
                <a:moveTo>
                  <a:pt x="120065" y="287204"/>
                </a:moveTo>
                <a:lnTo>
                  <a:pt x="0" y="287204"/>
                </a:lnTo>
                <a:lnTo>
                  <a:pt x="0" y="0"/>
                </a:lnTo>
                <a:lnTo>
                  <a:pt x="120065" y="0"/>
                </a:lnTo>
                <a:lnTo>
                  <a:pt x="120065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6" name="object 496">
            <a:extLst>
              <a:ext uri="{FF2B5EF4-FFF2-40B4-BE49-F238E27FC236}">
                <a16:creationId xmlns:a16="http://schemas.microsoft.com/office/drawing/2014/main" id="{CE59D28C-6871-3FA5-636D-AAB8857E0947}"/>
              </a:ext>
            </a:extLst>
          </p:cNvPr>
          <p:cNvSpPr/>
          <p:nvPr/>
        </p:nvSpPr>
        <p:spPr>
          <a:xfrm>
            <a:off x="14166850" y="4986535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92" name="Group 591">
            <a:extLst>
              <a:ext uri="{FF2B5EF4-FFF2-40B4-BE49-F238E27FC236}">
                <a16:creationId xmlns:a16="http://schemas.microsoft.com/office/drawing/2014/main" id="{0CC5F080-8CD9-F807-9659-563CE3A7CCA9}"/>
              </a:ext>
            </a:extLst>
          </p:cNvPr>
          <p:cNvGrpSpPr/>
          <p:nvPr/>
        </p:nvGrpSpPr>
        <p:grpSpPr>
          <a:xfrm>
            <a:off x="11731926" y="4313709"/>
            <a:ext cx="442214" cy="292317"/>
            <a:chOff x="11728450" y="3303688"/>
            <a:chExt cx="442214" cy="292317"/>
          </a:xfrm>
        </p:grpSpPr>
        <p:sp>
          <p:nvSpPr>
            <p:cNvPr id="499" name="object 499">
              <a:extLst>
                <a:ext uri="{FF2B5EF4-FFF2-40B4-BE49-F238E27FC236}">
                  <a16:creationId xmlns:a16="http://schemas.microsoft.com/office/drawing/2014/main" id="{106878B4-29E1-5865-BF96-5B74E4F29CCE}"/>
                </a:ext>
              </a:extLst>
            </p:cNvPr>
            <p:cNvSpPr/>
            <p:nvPr/>
          </p:nvSpPr>
          <p:spPr>
            <a:xfrm>
              <a:off x="11804651" y="3307723"/>
              <a:ext cx="228600" cy="287655"/>
            </a:xfrm>
            <a:custGeom>
              <a:avLst/>
              <a:gdLst/>
              <a:ahLst/>
              <a:cxnLst/>
              <a:rect l="l" t="t" r="r" b="b"/>
              <a:pathLst>
                <a:path w="232409" h="287654">
                  <a:moveTo>
                    <a:pt x="232318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232318" y="0"/>
                  </a:lnTo>
                  <a:lnTo>
                    <a:pt x="232318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91" name="Group 590">
              <a:extLst>
                <a:ext uri="{FF2B5EF4-FFF2-40B4-BE49-F238E27FC236}">
                  <a16:creationId xmlns:a16="http://schemas.microsoft.com/office/drawing/2014/main" id="{0C9AB920-A5D7-A24B-6823-79B515D2EF36}"/>
                </a:ext>
              </a:extLst>
            </p:cNvPr>
            <p:cNvGrpSpPr/>
            <p:nvPr/>
          </p:nvGrpSpPr>
          <p:grpSpPr>
            <a:xfrm>
              <a:off x="11728450" y="3303688"/>
              <a:ext cx="442214" cy="292317"/>
              <a:chOff x="11728450" y="3303688"/>
              <a:chExt cx="442214" cy="292317"/>
            </a:xfrm>
          </p:grpSpPr>
          <p:sp>
            <p:nvSpPr>
              <p:cNvPr id="497" name="object 497">
                <a:extLst>
                  <a:ext uri="{FF2B5EF4-FFF2-40B4-BE49-F238E27FC236}">
                    <a16:creationId xmlns:a16="http://schemas.microsoft.com/office/drawing/2014/main" id="{74990BF1-0105-8ADB-22D1-8CBFA2C80D60}"/>
                  </a:ext>
                </a:extLst>
              </p:cNvPr>
              <p:cNvSpPr/>
              <p:nvPr/>
            </p:nvSpPr>
            <p:spPr>
              <a:xfrm>
                <a:off x="11728450" y="3451320"/>
                <a:ext cx="429768" cy="45719"/>
              </a:xfrm>
              <a:custGeom>
                <a:avLst/>
                <a:gdLst/>
                <a:ahLst/>
                <a:cxnLst/>
                <a:rect l="l" t="t" r="r" b="b"/>
                <a:pathLst>
                  <a:path w="775334">
                    <a:moveTo>
                      <a:pt x="775105" y="0"/>
                    </a:moveTo>
                    <a:lnTo>
                      <a:pt x="0" y="0"/>
                    </a:lnTo>
                  </a:path>
                </a:pathLst>
              </a:custGeom>
              <a:ln w="30396">
                <a:solidFill>
                  <a:srgbClr val="5B5B5B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98" name="object 498">
                <a:extLst>
                  <a:ext uri="{FF2B5EF4-FFF2-40B4-BE49-F238E27FC236}">
                    <a16:creationId xmlns:a16="http://schemas.microsoft.com/office/drawing/2014/main" id="{32C4852F-9F96-5131-446A-BA54DB256831}"/>
                  </a:ext>
                </a:extLst>
              </p:cNvPr>
              <p:cNvSpPr/>
              <p:nvPr/>
            </p:nvSpPr>
            <p:spPr>
              <a:xfrm>
                <a:off x="11804650" y="3307723"/>
                <a:ext cx="228600" cy="287655"/>
              </a:xfrm>
              <a:custGeom>
                <a:avLst/>
                <a:gdLst/>
                <a:ahLst/>
                <a:cxnLst/>
                <a:rect l="l" t="t" r="r" b="b"/>
                <a:pathLst>
                  <a:path w="232409" h="287654">
                    <a:moveTo>
                      <a:pt x="232318" y="0"/>
                    </a:moveTo>
                    <a:lnTo>
                      <a:pt x="0" y="0"/>
                    </a:lnTo>
                    <a:lnTo>
                      <a:pt x="0" y="287204"/>
                    </a:lnTo>
                    <a:lnTo>
                      <a:pt x="232318" y="287204"/>
                    </a:lnTo>
                    <a:lnTo>
                      <a:pt x="232318" y="0"/>
                    </a:lnTo>
                    <a:close/>
                  </a:path>
                </a:pathLst>
              </a:custGeom>
              <a:solidFill>
                <a:srgbClr val="5B5B5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00" name="object 500">
                <a:extLst>
                  <a:ext uri="{FF2B5EF4-FFF2-40B4-BE49-F238E27FC236}">
                    <a16:creationId xmlns:a16="http://schemas.microsoft.com/office/drawing/2014/main" id="{AAF387A5-C208-5E0E-416D-5B837A2B23CD}"/>
                  </a:ext>
                </a:extLst>
              </p:cNvPr>
              <p:cNvSpPr/>
              <p:nvPr/>
            </p:nvSpPr>
            <p:spPr>
              <a:xfrm>
                <a:off x="11880850" y="3307720"/>
                <a:ext cx="0" cy="287655"/>
              </a:xfrm>
              <a:custGeom>
                <a:avLst/>
                <a:gdLst/>
                <a:ahLst/>
                <a:cxnLst/>
                <a:rect l="l" t="t" r="r" b="b"/>
                <a:pathLst>
                  <a:path h="287654">
                    <a:moveTo>
                      <a:pt x="0" y="0"/>
                    </a:moveTo>
                    <a:lnTo>
                      <a:pt x="0" y="287204"/>
                    </a:lnTo>
                  </a:path>
                </a:pathLst>
              </a:custGeom>
              <a:ln w="15198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01" name="object 501">
                <a:extLst>
                  <a:ext uri="{FF2B5EF4-FFF2-40B4-BE49-F238E27FC236}">
                    <a16:creationId xmlns:a16="http://schemas.microsoft.com/office/drawing/2014/main" id="{D7A83BA9-2CDA-7F27-B34C-9C86303CB674}"/>
                  </a:ext>
                </a:extLst>
              </p:cNvPr>
              <p:cNvSpPr/>
              <p:nvPr/>
            </p:nvSpPr>
            <p:spPr>
              <a:xfrm>
                <a:off x="11728450" y="3303688"/>
                <a:ext cx="0" cy="287655"/>
              </a:xfrm>
              <a:custGeom>
                <a:avLst/>
                <a:gdLst/>
                <a:ahLst/>
                <a:cxnLst/>
                <a:rect l="l" t="t" r="r" b="b"/>
                <a:pathLst>
                  <a:path h="287654">
                    <a:moveTo>
                      <a:pt x="0" y="0"/>
                    </a:moveTo>
                    <a:lnTo>
                      <a:pt x="0" y="287204"/>
                    </a:lnTo>
                  </a:path>
                </a:pathLst>
              </a:custGeom>
              <a:ln w="30396">
                <a:solidFill>
                  <a:srgbClr val="5B5B5B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02" name="object 502">
                <a:extLst>
                  <a:ext uri="{FF2B5EF4-FFF2-40B4-BE49-F238E27FC236}">
                    <a16:creationId xmlns:a16="http://schemas.microsoft.com/office/drawing/2014/main" id="{CE23FE2C-4F58-6046-37FB-0374367DCD33}"/>
                  </a:ext>
                </a:extLst>
              </p:cNvPr>
              <p:cNvSpPr/>
              <p:nvPr/>
            </p:nvSpPr>
            <p:spPr>
              <a:xfrm>
                <a:off x="12170664" y="3308350"/>
                <a:ext cx="0" cy="287655"/>
              </a:xfrm>
              <a:custGeom>
                <a:avLst/>
                <a:gdLst/>
                <a:ahLst/>
                <a:cxnLst/>
                <a:rect l="l" t="t" r="r" b="b"/>
                <a:pathLst>
                  <a:path h="287654">
                    <a:moveTo>
                      <a:pt x="0" y="0"/>
                    </a:moveTo>
                    <a:lnTo>
                      <a:pt x="0" y="287204"/>
                    </a:lnTo>
                  </a:path>
                </a:pathLst>
              </a:custGeom>
              <a:ln w="30396">
                <a:solidFill>
                  <a:srgbClr val="5B5B5B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grpSp>
        <p:nvGrpSpPr>
          <p:cNvPr id="695" name="Group 694">
            <a:extLst>
              <a:ext uri="{FF2B5EF4-FFF2-40B4-BE49-F238E27FC236}">
                <a16:creationId xmlns:a16="http://schemas.microsoft.com/office/drawing/2014/main" id="{FE2CA647-18DB-0998-1D92-88DC8D2F228A}"/>
              </a:ext>
            </a:extLst>
          </p:cNvPr>
          <p:cNvGrpSpPr/>
          <p:nvPr/>
        </p:nvGrpSpPr>
        <p:grpSpPr>
          <a:xfrm>
            <a:off x="14020800" y="4309841"/>
            <a:ext cx="527050" cy="289921"/>
            <a:chOff x="13944600" y="4309841"/>
            <a:chExt cx="527050" cy="289921"/>
          </a:xfrm>
        </p:grpSpPr>
        <p:sp>
          <p:nvSpPr>
            <p:cNvPr id="503" name="object 503">
              <a:extLst>
                <a:ext uri="{FF2B5EF4-FFF2-40B4-BE49-F238E27FC236}">
                  <a16:creationId xmlns:a16="http://schemas.microsoft.com/office/drawing/2014/main" id="{B2978727-022E-D9DE-565E-92189906E42C}"/>
                </a:ext>
              </a:extLst>
            </p:cNvPr>
            <p:cNvSpPr/>
            <p:nvPr/>
          </p:nvSpPr>
          <p:spPr>
            <a:xfrm>
              <a:off x="13944600" y="4451350"/>
              <a:ext cx="527050" cy="45719"/>
            </a:xfrm>
            <a:custGeom>
              <a:avLst/>
              <a:gdLst/>
              <a:ahLst/>
              <a:cxnLst/>
              <a:rect l="l" t="t" r="r" b="b"/>
              <a:pathLst>
                <a:path w="724534">
                  <a:moveTo>
                    <a:pt x="724019" y="0"/>
                  </a:moveTo>
                  <a:lnTo>
                    <a:pt x="0" y="0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4" name="object 504">
              <a:extLst>
                <a:ext uri="{FF2B5EF4-FFF2-40B4-BE49-F238E27FC236}">
                  <a16:creationId xmlns:a16="http://schemas.microsoft.com/office/drawing/2014/main" id="{36973ABE-592B-58C2-3BE8-BF66CD221B11}"/>
                </a:ext>
              </a:extLst>
            </p:cNvPr>
            <p:cNvSpPr/>
            <p:nvPr/>
          </p:nvSpPr>
          <p:spPr>
            <a:xfrm>
              <a:off x="14077011" y="4312107"/>
              <a:ext cx="208279" cy="287655"/>
            </a:xfrm>
            <a:custGeom>
              <a:avLst/>
              <a:gdLst/>
              <a:ahLst/>
              <a:cxnLst/>
              <a:rect l="l" t="t" r="r" b="b"/>
              <a:pathLst>
                <a:path w="208280" h="287654">
                  <a:moveTo>
                    <a:pt x="208265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208265" y="287204"/>
                  </a:lnTo>
                  <a:lnTo>
                    <a:pt x="208265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5" name="object 505">
              <a:extLst>
                <a:ext uri="{FF2B5EF4-FFF2-40B4-BE49-F238E27FC236}">
                  <a16:creationId xmlns:a16="http://schemas.microsoft.com/office/drawing/2014/main" id="{98A83C46-7755-585D-BEEF-0F8607713A1C}"/>
                </a:ext>
              </a:extLst>
            </p:cNvPr>
            <p:cNvSpPr/>
            <p:nvPr/>
          </p:nvSpPr>
          <p:spPr>
            <a:xfrm>
              <a:off x="14077011" y="4312107"/>
              <a:ext cx="208279" cy="287655"/>
            </a:xfrm>
            <a:custGeom>
              <a:avLst/>
              <a:gdLst/>
              <a:ahLst/>
              <a:cxnLst/>
              <a:rect l="l" t="t" r="r" b="b"/>
              <a:pathLst>
                <a:path w="208280" h="287654">
                  <a:moveTo>
                    <a:pt x="208265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208265" y="0"/>
                  </a:lnTo>
                  <a:lnTo>
                    <a:pt x="208265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6" name="object 506">
              <a:extLst>
                <a:ext uri="{FF2B5EF4-FFF2-40B4-BE49-F238E27FC236}">
                  <a16:creationId xmlns:a16="http://schemas.microsoft.com/office/drawing/2014/main" id="{BEEFF787-ABC9-8BA2-48DB-39E5CFB22D71}"/>
                </a:ext>
              </a:extLst>
            </p:cNvPr>
            <p:cNvSpPr/>
            <p:nvPr/>
          </p:nvSpPr>
          <p:spPr>
            <a:xfrm>
              <a:off x="14118336" y="4309841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151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7" name="object 507">
              <a:extLst>
                <a:ext uri="{FF2B5EF4-FFF2-40B4-BE49-F238E27FC236}">
                  <a16:creationId xmlns:a16="http://schemas.microsoft.com/office/drawing/2014/main" id="{587E3901-22A6-01F9-233B-4DF189B14F9E}"/>
                </a:ext>
              </a:extLst>
            </p:cNvPr>
            <p:cNvSpPr/>
            <p:nvPr/>
          </p:nvSpPr>
          <p:spPr>
            <a:xfrm>
              <a:off x="13944600" y="4309841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8" name="object 508">
              <a:extLst>
                <a:ext uri="{FF2B5EF4-FFF2-40B4-BE49-F238E27FC236}">
                  <a16:creationId xmlns:a16="http://schemas.microsoft.com/office/drawing/2014/main" id="{E710C22F-2F2C-63F5-2DCC-2FF43D39EADF}"/>
                </a:ext>
              </a:extLst>
            </p:cNvPr>
            <p:cNvSpPr/>
            <p:nvPr/>
          </p:nvSpPr>
          <p:spPr>
            <a:xfrm>
              <a:off x="14471650" y="4309841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5" name="object 515">
            <a:extLst>
              <a:ext uri="{FF2B5EF4-FFF2-40B4-BE49-F238E27FC236}">
                <a16:creationId xmlns:a16="http://schemas.microsoft.com/office/drawing/2014/main" id="{57ACF70E-3033-5A41-3414-F2F212F9BA3C}"/>
              </a:ext>
            </a:extLst>
          </p:cNvPr>
          <p:cNvSpPr/>
          <p:nvPr/>
        </p:nvSpPr>
        <p:spPr>
          <a:xfrm>
            <a:off x="13938250" y="6813549"/>
            <a:ext cx="533400" cy="45719"/>
          </a:xfrm>
          <a:custGeom>
            <a:avLst/>
            <a:gdLst/>
            <a:ahLst/>
            <a:cxnLst/>
            <a:rect l="l" t="t" r="r" b="b"/>
            <a:pathLst>
              <a:path w="585469">
                <a:moveTo>
                  <a:pt x="585128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6" name="object 516">
            <a:extLst>
              <a:ext uri="{FF2B5EF4-FFF2-40B4-BE49-F238E27FC236}">
                <a16:creationId xmlns:a16="http://schemas.microsoft.com/office/drawing/2014/main" id="{6F9C1CFC-4BAF-ECBC-E7C9-D28FAEB722B5}"/>
              </a:ext>
            </a:extLst>
          </p:cNvPr>
          <p:cNvSpPr/>
          <p:nvPr/>
        </p:nvSpPr>
        <p:spPr>
          <a:xfrm>
            <a:off x="14127274" y="6665102"/>
            <a:ext cx="162560" cy="287655"/>
          </a:xfrm>
          <a:custGeom>
            <a:avLst/>
            <a:gdLst/>
            <a:ahLst/>
            <a:cxnLst/>
            <a:rect l="l" t="t" r="r" b="b"/>
            <a:pathLst>
              <a:path w="162559" h="287654">
                <a:moveTo>
                  <a:pt x="162539" y="0"/>
                </a:moveTo>
                <a:lnTo>
                  <a:pt x="0" y="0"/>
                </a:lnTo>
                <a:lnTo>
                  <a:pt x="0" y="287204"/>
                </a:lnTo>
                <a:lnTo>
                  <a:pt x="162539" y="287204"/>
                </a:lnTo>
                <a:lnTo>
                  <a:pt x="162539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7" name="object 517">
            <a:extLst>
              <a:ext uri="{FF2B5EF4-FFF2-40B4-BE49-F238E27FC236}">
                <a16:creationId xmlns:a16="http://schemas.microsoft.com/office/drawing/2014/main" id="{D2B1E46D-A8CA-4338-803C-92D143940952}"/>
              </a:ext>
            </a:extLst>
          </p:cNvPr>
          <p:cNvSpPr/>
          <p:nvPr/>
        </p:nvSpPr>
        <p:spPr>
          <a:xfrm>
            <a:off x="14127274" y="6665102"/>
            <a:ext cx="162560" cy="287655"/>
          </a:xfrm>
          <a:custGeom>
            <a:avLst/>
            <a:gdLst/>
            <a:ahLst/>
            <a:cxnLst/>
            <a:rect l="l" t="t" r="r" b="b"/>
            <a:pathLst>
              <a:path w="162559" h="287654">
                <a:moveTo>
                  <a:pt x="162539" y="287204"/>
                </a:moveTo>
                <a:lnTo>
                  <a:pt x="0" y="287204"/>
                </a:lnTo>
                <a:lnTo>
                  <a:pt x="0" y="0"/>
                </a:lnTo>
                <a:lnTo>
                  <a:pt x="162539" y="0"/>
                </a:lnTo>
                <a:lnTo>
                  <a:pt x="162539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8" name="object 518">
            <a:extLst>
              <a:ext uri="{FF2B5EF4-FFF2-40B4-BE49-F238E27FC236}">
                <a16:creationId xmlns:a16="http://schemas.microsoft.com/office/drawing/2014/main" id="{67E9DDAC-C357-8D5B-7305-ED64144E5355}"/>
              </a:ext>
            </a:extLst>
          </p:cNvPr>
          <p:cNvSpPr/>
          <p:nvPr/>
        </p:nvSpPr>
        <p:spPr>
          <a:xfrm>
            <a:off x="14166850" y="6668143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9" name="object 519">
            <a:extLst>
              <a:ext uri="{FF2B5EF4-FFF2-40B4-BE49-F238E27FC236}">
                <a16:creationId xmlns:a16="http://schemas.microsoft.com/office/drawing/2014/main" id="{6EC010FD-5465-B90F-50DB-D9779B6E8B7A}"/>
              </a:ext>
            </a:extLst>
          </p:cNvPr>
          <p:cNvSpPr/>
          <p:nvPr/>
        </p:nvSpPr>
        <p:spPr>
          <a:xfrm>
            <a:off x="13938355" y="666510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0" name="object 520">
            <a:extLst>
              <a:ext uri="{FF2B5EF4-FFF2-40B4-BE49-F238E27FC236}">
                <a16:creationId xmlns:a16="http://schemas.microsoft.com/office/drawing/2014/main" id="{F5C7CE6A-F0C6-BF54-D267-3499EC4115CC}"/>
              </a:ext>
            </a:extLst>
          </p:cNvPr>
          <p:cNvSpPr/>
          <p:nvPr/>
        </p:nvSpPr>
        <p:spPr>
          <a:xfrm>
            <a:off x="14471650" y="666510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51" name="Group 650">
            <a:extLst>
              <a:ext uri="{FF2B5EF4-FFF2-40B4-BE49-F238E27FC236}">
                <a16:creationId xmlns:a16="http://schemas.microsoft.com/office/drawing/2014/main" id="{2FDDCC65-F579-9439-C3FC-00CFA3B2C6BD}"/>
              </a:ext>
            </a:extLst>
          </p:cNvPr>
          <p:cNvGrpSpPr/>
          <p:nvPr/>
        </p:nvGrpSpPr>
        <p:grpSpPr>
          <a:xfrm>
            <a:off x="11652250" y="8337550"/>
            <a:ext cx="134883" cy="289752"/>
            <a:chOff x="11662673" y="8342009"/>
            <a:chExt cx="134883" cy="289752"/>
          </a:xfrm>
        </p:grpSpPr>
        <p:sp>
          <p:nvSpPr>
            <p:cNvPr id="521" name="object 521">
              <a:extLst>
                <a:ext uri="{FF2B5EF4-FFF2-40B4-BE49-F238E27FC236}">
                  <a16:creationId xmlns:a16="http://schemas.microsoft.com/office/drawing/2014/main" id="{C1F87877-15C9-9CB1-45D3-CCE93A624C51}"/>
                </a:ext>
              </a:extLst>
            </p:cNvPr>
            <p:cNvSpPr/>
            <p:nvPr/>
          </p:nvSpPr>
          <p:spPr>
            <a:xfrm>
              <a:off x="11662673" y="8487710"/>
              <a:ext cx="132715" cy="0"/>
            </a:xfrm>
            <a:custGeom>
              <a:avLst/>
              <a:gdLst/>
              <a:ahLst/>
              <a:cxnLst/>
              <a:rect l="l" t="t" r="r" b="b"/>
              <a:pathLst>
                <a:path w="132715">
                  <a:moveTo>
                    <a:pt x="132223" y="0"/>
                  </a:moveTo>
                  <a:lnTo>
                    <a:pt x="0" y="0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2" name="object 522">
              <a:extLst>
                <a:ext uri="{FF2B5EF4-FFF2-40B4-BE49-F238E27FC236}">
                  <a16:creationId xmlns:a16="http://schemas.microsoft.com/office/drawing/2014/main" id="{E5BEC736-404B-4DE0-CF15-7F07A6047952}"/>
                </a:ext>
              </a:extLst>
            </p:cNvPr>
            <p:cNvSpPr/>
            <p:nvPr/>
          </p:nvSpPr>
          <p:spPr>
            <a:xfrm>
              <a:off x="11704352" y="8342016"/>
              <a:ext cx="52069" cy="287655"/>
            </a:xfrm>
            <a:custGeom>
              <a:avLst/>
              <a:gdLst/>
              <a:ahLst/>
              <a:cxnLst/>
              <a:rect l="l" t="t" r="r" b="b"/>
              <a:pathLst>
                <a:path w="52070" h="287654">
                  <a:moveTo>
                    <a:pt x="51744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51744" y="287204"/>
                  </a:lnTo>
                  <a:lnTo>
                    <a:pt x="51744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3" name="object 523">
              <a:extLst>
                <a:ext uri="{FF2B5EF4-FFF2-40B4-BE49-F238E27FC236}">
                  <a16:creationId xmlns:a16="http://schemas.microsoft.com/office/drawing/2014/main" id="{548978EE-5473-47B2-A238-2C1BBBAA26D1}"/>
                </a:ext>
              </a:extLst>
            </p:cNvPr>
            <p:cNvSpPr/>
            <p:nvPr/>
          </p:nvSpPr>
          <p:spPr>
            <a:xfrm>
              <a:off x="11704352" y="8342016"/>
              <a:ext cx="52069" cy="287655"/>
            </a:xfrm>
            <a:custGeom>
              <a:avLst/>
              <a:gdLst/>
              <a:ahLst/>
              <a:cxnLst/>
              <a:rect l="l" t="t" r="r" b="b"/>
              <a:pathLst>
                <a:path w="52070" h="287654">
                  <a:moveTo>
                    <a:pt x="51744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51744" y="0"/>
                  </a:lnTo>
                  <a:lnTo>
                    <a:pt x="51744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4" name="object 524">
              <a:extLst>
                <a:ext uri="{FF2B5EF4-FFF2-40B4-BE49-F238E27FC236}">
                  <a16:creationId xmlns:a16="http://schemas.microsoft.com/office/drawing/2014/main" id="{31A7D100-D2E7-FE19-521F-31E796E4B8C1}"/>
                </a:ext>
              </a:extLst>
            </p:cNvPr>
            <p:cNvSpPr/>
            <p:nvPr/>
          </p:nvSpPr>
          <p:spPr>
            <a:xfrm>
              <a:off x="11719686" y="8344106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506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5" name="object 525">
              <a:extLst>
                <a:ext uri="{FF2B5EF4-FFF2-40B4-BE49-F238E27FC236}">
                  <a16:creationId xmlns:a16="http://schemas.microsoft.com/office/drawing/2014/main" id="{7811BB98-37F6-4142-7433-EA57B5076000}"/>
                </a:ext>
              </a:extLst>
            </p:cNvPr>
            <p:cNvSpPr/>
            <p:nvPr/>
          </p:nvSpPr>
          <p:spPr>
            <a:xfrm>
              <a:off x="11665762" y="8342009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6" name="object 526">
              <a:extLst>
                <a:ext uri="{FF2B5EF4-FFF2-40B4-BE49-F238E27FC236}">
                  <a16:creationId xmlns:a16="http://schemas.microsoft.com/office/drawing/2014/main" id="{C28A53D1-5271-1734-1DC3-A5E91EA522ED}"/>
                </a:ext>
              </a:extLst>
            </p:cNvPr>
            <p:cNvSpPr/>
            <p:nvPr/>
          </p:nvSpPr>
          <p:spPr>
            <a:xfrm>
              <a:off x="11797556" y="8342009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7" name="object 527">
            <a:extLst>
              <a:ext uri="{FF2B5EF4-FFF2-40B4-BE49-F238E27FC236}">
                <a16:creationId xmlns:a16="http://schemas.microsoft.com/office/drawing/2014/main" id="{2BDFD04E-E714-3C7D-D85F-6ED9AE284D15}"/>
              </a:ext>
            </a:extLst>
          </p:cNvPr>
          <p:cNvSpPr/>
          <p:nvPr/>
        </p:nvSpPr>
        <p:spPr>
          <a:xfrm>
            <a:off x="14025982" y="9164659"/>
            <a:ext cx="204470" cy="0"/>
          </a:xfrm>
          <a:custGeom>
            <a:avLst/>
            <a:gdLst/>
            <a:ahLst/>
            <a:cxnLst/>
            <a:rect l="l" t="t" r="r" b="b"/>
            <a:pathLst>
              <a:path w="204469">
                <a:moveTo>
                  <a:pt x="204151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8" name="object 528">
            <a:extLst>
              <a:ext uri="{FF2B5EF4-FFF2-40B4-BE49-F238E27FC236}">
                <a16:creationId xmlns:a16="http://schemas.microsoft.com/office/drawing/2014/main" id="{DCAEC0DE-E79B-7E8F-F482-ED1FACBB867F}"/>
              </a:ext>
            </a:extLst>
          </p:cNvPr>
          <p:cNvSpPr/>
          <p:nvPr/>
        </p:nvSpPr>
        <p:spPr>
          <a:xfrm>
            <a:off x="14095982" y="9018961"/>
            <a:ext cx="63500" cy="287655"/>
          </a:xfrm>
          <a:custGeom>
            <a:avLst/>
            <a:gdLst/>
            <a:ahLst/>
            <a:cxnLst/>
            <a:rect l="l" t="t" r="r" b="b"/>
            <a:pathLst>
              <a:path w="63500" h="287654">
                <a:moveTo>
                  <a:pt x="62879" y="0"/>
                </a:moveTo>
                <a:lnTo>
                  <a:pt x="0" y="0"/>
                </a:lnTo>
                <a:lnTo>
                  <a:pt x="0" y="287204"/>
                </a:lnTo>
                <a:lnTo>
                  <a:pt x="62879" y="287204"/>
                </a:lnTo>
                <a:lnTo>
                  <a:pt x="62879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9" name="object 529">
            <a:extLst>
              <a:ext uri="{FF2B5EF4-FFF2-40B4-BE49-F238E27FC236}">
                <a16:creationId xmlns:a16="http://schemas.microsoft.com/office/drawing/2014/main" id="{2E3FE737-369B-E3F9-B419-B64757F97C6A}"/>
              </a:ext>
            </a:extLst>
          </p:cNvPr>
          <p:cNvSpPr/>
          <p:nvPr/>
        </p:nvSpPr>
        <p:spPr>
          <a:xfrm>
            <a:off x="14095982" y="9018961"/>
            <a:ext cx="63500" cy="287655"/>
          </a:xfrm>
          <a:custGeom>
            <a:avLst/>
            <a:gdLst/>
            <a:ahLst/>
            <a:cxnLst/>
            <a:rect l="l" t="t" r="r" b="b"/>
            <a:pathLst>
              <a:path w="63500" h="287654">
                <a:moveTo>
                  <a:pt x="62879" y="287204"/>
                </a:moveTo>
                <a:lnTo>
                  <a:pt x="0" y="287204"/>
                </a:lnTo>
                <a:lnTo>
                  <a:pt x="0" y="0"/>
                </a:lnTo>
                <a:lnTo>
                  <a:pt x="62879" y="0"/>
                </a:lnTo>
                <a:lnTo>
                  <a:pt x="62879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0" name="object 530">
            <a:extLst>
              <a:ext uri="{FF2B5EF4-FFF2-40B4-BE49-F238E27FC236}">
                <a16:creationId xmlns:a16="http://schemas.microsoft.com/office/drawing/2014/main" id="{A44F79F1-5B9F-0148-AF7B-ABEC52B7DC92}"/>
              </a:ext>
            </a:extLst>
          </p:cNvPr>
          <p:cNvSpPr/>
          <p:nvPr/>
        </p:nvSpPr>
        <p:spPr>
          <a:xfrm>
            <a:off x="14124381" y="9021054"/>
            <a:ext cx="15240" cy="287655"/>
          </a:xfrm>
          <a:custGeom>
            <a:avLst/>
            <a:gdLst/>
            <a:ahLst/>
            <a:cxnLst/>
            <a:rect l="l" t="t" r="r" b="b"/>
            <a:pathLst>
              <a:path w="15240" h="287654">
                <a:moveTo>
                  <a:pt x="0" y="287204"/>
                </a:moveTo>
                <a:lnTo>
                  <a:pt x="15198" y="287204"/>
                </a:lnTo>
                <a:lnTo>
                  <a:pt x="15198" y="0"/>
                </a:lnTo>
                <a:lnTo>
                  <a:pt x="0" y="0"/>
                </a:lnTo>
                <a:lnTo>
                  <a:pt x="0" y="2872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1" name="object 531">
            <a:extLst>
              <a:ext uri="{FF2B5EF4-FFF2-40B4-BE49-F238E27FC236}">
                <a16:creationId xmlns:a16="http://schemas.microsoft.com/office/drawing/2014/main" id="{D4E2CFFB-7856-7DDB-D43B-B01489F2C2FF}"/>
              </a:ext>
            </a:extLst>
          </p:cNvPr>
          <p:cNvSpPr/>
          <p:nvPr/>
        </p:nvSpPr>
        <p:spPr>
          <a:xfrm>
            <a:off x="14026393" y="901895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2" name="object 532">
            <a:extLst>
              <a:ext uri="{FF2B5EF4-FFF2-40B4-BE49-F238E27FC236}">
                <a16:creationId xmlns:a16="http://schemas.microsoft.com/office/drawing/2014/main" id="{4DBCCBEA-5074-4EAA-3C69-3924C847147C}"/>
              </a:ext>
            </a:extLst>
          </p:cNvPr>
          <p:cNvSpPr/>
          <p:nvPr/>
        </p:nvSpPr>
        <p:spPr>
          <a:xfrm>
            <a:off x="14233058" y="9018956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3" name="object 533">
            <a:extLst>
              <a:ext uri="{FF2B5EF4-FFF2-40B4-BE49-F238E27FC236}">
                <a16:creationId xmlns:a16="http://schemas.microsoft.com/office/drawing/2014/main" id="{E2CC4A8A-CC3F-D889-C3B4-443C7D992EC5}"/>
              </a:ext>
            </a:extLst>
          </p:cNvPr>
          <p:cNvSpPr/>
          <p:nvPr/>
        </p:nvSpPr>
        <p:spPr>
          <a:xfrm>
            <a:off x="2685654" y="9441033"/>
            <a:ext cx="2417445" cy="0"/>
          </a:xfrm>
          <a:custGeom>
            <a:avLst/>
            <a:gdLst/>
            <a:ahLst/>
            <a:cxnLst/>
            <a:rect l="l" t="t" r="r" b="b"/>
            <a:pathLst>
              <a:path w="2417445">
                <a:moveTo>
                  <a:pt x="2417122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4" name="object 534">
            <a:extLst>
              <a:ext uri="{FF2B5EF4-FFF2-40B4-BE49-F238E27FC236}">
                <a16:creationId xmlns:a16="http://schemas.microsoft.com/office/drawing/2014/main" id="{9701F1E2-5D87-0982-78F5-36E74D2A73E7}"/>
              </a:ext>
            </a:extLst>
          </p:cNvPr>
          <p:cNvSpPr/>
          <p:nvPr/>
        </p:nvSpPr>
        <p:spPr>
          <a:xfrm>
            <a:off x="5100332" y="9441033"/>
            <a:ext cx="2417445" cy="0"/>
          </a:xfrm>
          <a:custGeom>
            <a:avLst/>
            <a:gdLst/>
            <a:ahLst/>
            <a:cxnLst/>
            <a:rect l="l" t="t" r="r" b="b"/>
            <a:pathLst>
              <a:path w="2417445">
                <a:moveTo>
                  <a:pt x="2417122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5" name="object 535">
            <a:extLst>
              <a:ext uri="{FF2B5EF4-FFF2-40B4-BE49-F238E27FC236}">
                <a16:creationId xmlns:a16="http://schemas.microsoft.com/office/drawing/2014/main" id="{58F1A676-6326-7E5A-6CA1-BBC9BEBC943C}"/>
              </a:ext>
            </a:extLst>
          </p:cNvPr>
          <p:cNvSpPr/>
          <p:nvPr/>
        </p:nvSpPr>
        <p:spPr>
          <a:xfrm>
            <a:off x="10514406" y="9425835"/>
            <a:ext cx="2417445" cy="0"/>
          </a:xfrm>
          <a:custGeom>
            <a:avLst/>
            <a:gdLst/>
            <a:ahLst/>
            <a:cxnLst/>
            <a:rect l="l" t="t" r="r" b="b"/>
            <a:pathLst>
              <a:path w="2417445">
                <a:moveTo>
                  <a:pt x="2417122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6" name="object 536">
            <a:extLst>
              <a:ext uri="{FF2B5EF4-FFF2-40B4-BE49-F238E27FC236}">
                <a16:creationId xmlns:a16="http://schemas.microsoft.com/office/drawing/2014/main" id="{02D22034-B949-73CB-FEB3-B825905841E6}"/>
              </a:ext>
            </a:extLst>
          </p:cNvPr>
          <p:cNvSpPr/>
          <p:nvPr/>
        </p:nvSpPr>
        <p:spPr>
          <a:xfrm>
            <a:off x="12925845" y="9425835"/>
            <a:ext cx="2417445" cy="0"/>
          </a:xfrm>
          <a:custGeom>
            <a:avLst/>
            <a:gdLst/>
            <a:ahLst/>
            <a:cxnLst/>
            <a:rect l="l" t="t" r="r" b="b"/>
            <a:pathLst>
              <a:path w="2417444">
                <a:moveTo>
                  <a:pt x="2417122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7" name="object 537">
            <a:extLst>
              <a:ext uri="{FF2B5EF4-FFF2-40B4-BE49-F238E27FC236}">
                <a16:creationId xmlns:a16="http://schemas.microsoft.com/office/drawing/2014/main" id="{BAACF7EE-EEFB-5990-AF53-D1EDA52B55E6}"/>
              </a:ext>
            </a:extLst>
          </p:cNvPr>
          <p:cNvSpPr/>
          <p:nvPr/>
        </p:nvSpPr>
        <p:spPr>
          <a:xfrm>
            <a:off x="2685655" y="9425835"/>
            <a:ext cx="0" cy="146050"/>
          </a:xfrm>
          <a:custGeom>
            <a:avLst/>
            <a:gdLst/>
            <a:ahLst/>
            <a:cxnLst/>
            <a:rect l="l" t="t" r="r" b="b"/>
            <a:pathLst>
              <a:path h="146050">
                <a:moveTo>
                  <a:pt x="0" y="145952"/>
                </a:moveTo>
                <a:lnTo>
                  <a:pt x="0" y="0"/>
                </a:lnTo>
              </a:path>
            </a:pathLst>
          </a:custGeom>
          <a:ln w="303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8" name="object 538">
            <a:extLst>
              <a:ext uri="{FF2B5EF4-FFF2-40B4-BE49-F238E27FC236}">
                <a16:creationId xmlns:a16="http://schemas.microsoft.com/office/drawing/2014/main" id="{6487D5B0-9FF0-AEA1-2A20-B74FCD00F7F2}"/>
              </a:ext>
            </a:extLst>
          </p:cNvPr>
          <p:cNvSpPr/>
          <p:nvPr/>
        </p:nvSpPr>
        <p:spPr>
          <a:xfrm>
            <a:off x="5105417" y="9425835"/>
            <a:ext cx="0" cy="146050"/>
          </a:xfrm>
          <a:custGeom>
            <a:avLst/>
            <a:gdLst/>
            <a:ahLst/>
            <a:cxnLst/>
            <a:rect l="l" t="t" r="r" b="b"/>
            <a:pathLst>
              <a:path h="146050">
                <a:moveTo>
                  <a:pt x="0" y="145952"/>
                </a:moveTo>
                <a:lnTo>
                  <a:pt x="0" y="0"/>
                </a:lnTo>
              </a:path>
            </a:pathLst>
          </a:custGeom>
          <a:ln w="303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9" name="object 539">
            <a:extLst>
              <a:ext uri="{FF2B5EF4-FFF2-40B4-BE49-F238E27FC236}">
                <a16:creationId xmlns:a16="http://schemas.microsoft.com/office/drawing/2014/main" id="{1430CD30-A72A-5D99-2859-E895D66072C1}"/>
              </a:ext>
            </a:extLst>
          </p:cNvPr>
          <p:cNvSpPr/>
          <p:nvPr/>
        </p:nvSpPr>
        <p:spPr>
          <a:xfrm>
            <a:off x="7517455" y="9425835"/>
            <a:ext cx="0" cy="146050"/>
          </a:xfrm>
          <a:custGeom>
            <a:avLst/>
            <a:gdLst/>
            <a:ahLst/>
            <a:cxnLst/>
            <a:rect l="l" t="t" r="r" b="b"/>
            <a:pathLst>
              <a:path h="146050">
                <a:moveTo>
                  <a:pt x="0" y="145952"/>
                </a:moveTo>
                <a:lnTo>
                  <a:pt x="0" y="0"/>
                </a:lnTo>
              </a:path>
            </a:pathLst>
          </a:custGeom>
          <a:ln w="303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0" name="object 540">
            <a:extLst>
              <a:ext uri="{FF2B5EF4-FFF2-40B4-BE49-F238E27FC236}">
                <a16:creationId xmlns:a16="http://schemas.microsoft.com/office/drawing/2014/main" id="{AF1548FB-9C78-7AB1-E82C-5D7C62CD2F26}"/>
              </a:ext>
            </a:extLst>
          </p:cNvPr>
          <p:cNvSpPr/>
          <p:nvPr/>
        </p:nvSpPr>
        <p:spPr>
          <a:xfrm>
            <a:off x="10514408" y="9425835"/>
            <a:ext cx="0" cy="146050"/>
          </a:xfrm>
          <a:custGeom>
            <a:avLst/>
            <a:gdLst/>
            <a:ahLst/>
            <a:cxnLst/>
            <a:rect l="l" t="t" r="r" b="b"/>
            <a:pathLst>
              <a:path h="146050">
                <a:moveTo>
                  <a:pt x="0" y="145952"/>
                </a:moveTo>
                <a:lnTo>
                  <a:pt x="0" y="0"/>
                </a:lnTo>
              </a:path>
            </a:pathLst>
          </a:custGeom>
          <a:ln w="303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1" name="object 541">
            <a:extLst>
              <a:ext uri="{FF2B5EF4-FFF2-40B4-BE49-F238E27FC236}">
                <a16:creationId xmlns:a16="http://schemas.microsoft.com/office/drawing/2014/main" id="{C0FC05AB-7D5D-818D-A886-8329FE50199E}"/>
              </a:ext>
            </a:extLst>
          </p:cNvPr>
          <p:cNvSpPr/>
          <p:nvPr/>
        </p:nvSpPr>
        <p:spPr>
          <a:xfrm>
            <a:off x="12931529" y="9425835"/>
            <a:ext cx="0" cy="146050"/>
          </a:xfrm>
          <a:custGeom>
            <a:avLst/>
            <a:gdLst/>
            <a:ahLst/>
            <a:cxnLst/>
            <a:rect l="l" t="t" r="r" b="b"/>
            <a:pathLst>
              <a:path h="146050">
                <a:moveTo>
                  <a:pt x="0" y="145952"/>
                </a:moveTo>
                <a:lnTo>
                  <a:pt x="0" y="0"/>
                </a:lnTo>
              </a:path>
            </a:pathLst>
          </a:custGeom>
          <a:ln w="303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2" name="object 542">
            <a:extLst>
              <a:ext uri="{FF2B5EF4-FFF2-40B4-BE49-F238E27FC236}">
                <a16:creationId xmlns:a16="http://schemas.microsoft.com/office/drawing/2014/main" id="{63C185C2-205B-9743-C782-64CC40587E3D}"/>
              </a:ext>
            </a:extLst>
          </p:cNvPr>
          <p:cNvSpPr/>
          <p:nvPr/>
        </p:nvSpPr>
        <p:spPr>
          <a:xfrm>
            <a:off x="15342967" y="9425835"/>
            <a:ext cx="0" cy="146050"/>
          </a:xfrm>
          <a:custGeom>
            <a:avLst/>
            <a:gdLst/>
            <a:ahLst/>
            <a:cxnLst/>
            <a:rect l="l" t="t" r="r" b="b"/>
            <a:pathLst>
              <a:path h="146050">
                <a:moveTo>
                  <a:pt x="0" y="145952"/>
                </a:moveTo>
                <a:lnTo>
                  <a:pt x="0" y="0"/>
                </a:lnTo>
              </a:path>
            </a:pathLst>
          </a:custGeom>
          <a:ln w="303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3" name="object 543">
            <a:extLst>
              <a:ext uri="{FF2B5EF4-FFF2-40B4-BE49-F238E27FC236}">
                <a16:creationId xmlns:a16="http://schemas.microsoft.com/office/drawing/2014/main" id="{FC0E79E7-DD2A-9E32-1734-AF221CD81535}"/>
              </a:ext>
            </a:extLst>
          </p:cNvPr>
          <p:cNvSpPr txBox="1"/>
          <p:nvPr/>
        </p:nvSpPr>
        <p:spPr>
          <a:xfrm>
            <a:off x="2628437" y="1236175"/>
            <a:ext cx="7684134" cy="390525"/>
          </a:xfrm>
          <a:prstGeom prst="rect">
            <a:avLst/>
          </a:prstGeom>
          <a:solidFill>
            <a:srgbClr val="2E5C8E"/>
          </a:solidFill>
        </p:spPr>
        <p:txBody>
          <a:bodyPr vert="horz" wrap="square" lIns="0" tIns="69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b="1" spc="-10" dirty="0">
                <a:solidFill>
                  <a:srgbClr val="FFFFFF"/>
                </a:solidFill>
                <a:latin typeface="Arial"/>
                <a:cs typeface="Arial"/>
              </a:rPr>
              <a:t>CONTINUOUS</a:t>
            </a:r>
            <a:endParaRPr sz="2200">
              <a:latin typeface="Arial"/>
              <a:cs typeface="Arial"/>
            </a:endParaRPr>
          </a:p>
        </p:txBody>
      </p:sp>
      <p:sp>
        <p:nvSpPr>
          <p:cNvPr id="544" name="object 544">
            <a:extLst>
              <a:ext uri="{FF2B5EF4-FFF2-40B4-BE49-F238E27FC236}">
                <a16:creationId xmlns:a16="http://schemas.microsoft.com/office/drawing/2014/main" id="{8E55F309-F8FC-4E9B-D95C-D30221D177FF}"/>
              </a:ext>
            </a:extLst>
          </p:cNvPr>
          <p:cNvSpPr txBox="1"/>
          <p:nvPr/>
        </p:nvSpPr>
        <p:spPr>
          <a:xfrm>
            <a:off x="10312262" y="1236175"/>
            <a:ext cx="7684134" cy="390525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9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b="1" spc="-10" dirty="0">
                <a:solidFill>
                  <a:srgbClr val="FFFFFF"/>
                </a:solidFill>
                <a:latin typeface="Arial"/>
                <a:cs typeface="Arial"/>
              </a:rPr>
              <a:t>BINARY</a:t>
            </a:r>
            <a:endParaRPr sz="2200">
              <a:latin typeface="Arial"/>
              <a:cs typeface="Arial"/>
            </a:endParaRPr>
          </a:p>
        </p:txBody>
      </p:sp>
      <p:sp>
        <p:nvSpPr>
          <p:cNvPr id="545" name="object 545">
            <a:extLst>
              <a:ext uri="{FF2B5EF4-FFF2-40B4-BE49-F238E27FC236}">
                <a16:creationId xmlns:a16="http://schemas.microsoft.com/office/drawing/2014/main" id="{FD95D3AA-6978-9989-ED1E-2C0529C9DF8C}"/>
              </a:ext>
            </a:extLst>
          </p:cNvPr>
          <p:cNvSpPr txBox="1"/>
          <p:nvPr/>
        </p:nvSpPr>
        <p:spPr>
          <a:xfrm>
            <a:off x="536747" y="1236175"/>
            <a:ext cx="2091689" cy="390525"/>
          </a:xfrm>
          <a:prstGeom prst="rect">
            <a:avLst/>
          </a:prstGeom>
          <a:solidFill>
            <a:srgbClr val="5B5B5B"/>
          </a:solidFill>
        </p:spPr>
        <p:txBody>
          <a:bodyPr vert="horz" wrap="square" lIns="0" tIns="6985" rIns="0" bIns="0" rtlCol="0">
            <a:spAutoFit/>
          </a:bodyPr>
          <a:lstStyle/>
          <a:p>
            <a:pPr marL="382905">
              <a:lnSpc>
                <a:spcPct val="100000"/>
              </a:lnSpc>
              <a:spcBef>
                <a:spcPts val="55"/>
              </a:spcBef>
            </a:pPr>
            <a:r>
              <a:rPr sz="2200" b="1" spc="-10" dirty="0">
                <a:solidFill>
                  <a:srgbClr val="FFFFFF"/>
                </a:solidFill>
                <a:latin typeface="Arial"/>
                <a:cs typeface="Arial"/>
              </a:rPr>
              <a:t>METHODS</a:t>
            </a:r>
            <a:endParaRPr sz="2200">
              <a:latin typeface="Arial"/>
              <a:cs typeface="Arial"/>
            </a:endParaRPr>
          </a:p>
        </p:txBody>
      </p:sp>
      <p:sp>
        <p:nvSpPr>
          <p:cNvPr id="546" name="object 546">
            <a:extLst>
              <a:ext uri="{FF2B5EF4-FFF2-40B4-BE49-F238E27FC236}">
                <a16:creationId xmlns:a16="http://schemas.microsoft.com/office/drawing/2014/main" id="{EB8A1A33-29B7-817B-92CE-6F41421EE8D4}"/>
              </a:ext>
            </a:extLst>
          </p:cNvPr>
          <p:cNvSpPr txBox="1"/>
          <p:nvPr/>
        </p:nvSpPr>
        <p:spPr>
          <a:xfrm>
            <a:off x="2535664" y="9495017"/>
            <a:ext cx="25463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b="1" spc="-145" dirty="0">
                <a:latin typeface="Arial"/>
                <a:cs typeface="Arial"/>
              </a:rPr>
              <a:t>-</a:t>
            </a:r>
            <a:r>
              <a:rPr sz="2200" b="1" spc="-50" dirty="0">
                <a:latin typeface="Arial"/>
                <a:cs typeface="Arial"/>
              </a:rPr>
              <a:t>1</a:t>
            </a:r>
            <a:endParaRPr sz="2200">
              <a:latin typeface="Arial"/>
              <a:cs typeface="Arial"/>
            </a:endParaRPr>
          </a:p>
        </p:txBody>
      </p:sp>
      <p:sp>
        <p:nvSpPr>
          <p:cNvPr id="547" name="object 547">
            <a:extLst>
              <a:ext uri="{FF2B5EF4-FFF2-40B4-BE49-F238E27FC236}">
                <a16:creationId xmlns:a16="http://schemas.microsoft.com/office/drawing/2014/main" id="{DEE9CF03-09BD-E5D5-A375-039671179743}"/>
              </a:ext>
            </a:extLst>
          </p:cNvPr>
          <p:cNvSpPr txBox="1"/>
          <p:nvPr/>
        </p:nvSpPr>
        <p:spPr>
          <a:xfrm>
            <a:off x="4847811" y="9495017"/>
            <a:ext cx="632239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b="1" spc="-40" dirty="0">
                <a:latin typeface="Arial"/>
                <a:cs typeface="Arial"/>
              </a:rPr>
              <a:t>1</a:t>
            </a:r>
            <a:r>
              <a:rPr sz="2200" b="1" spc="-140" dirty="0">
                <a:latin typeface="Arial"/>
                <a:cs typeface="Arial"/>
              </a:rPr>
              <a:t> </a:t>
            </a:r>
            <a:r>
              <a:rPr sz="2200" b="1" spc="-20" dirty="0">
                <a:latin typeface="Arial"/>
                <a:cs typeface="Arial"/>
              </a:rPr>
              <a:t>|</a:t>
            </a:r>
            <a:r>
              <a:rPr sz="2200" b="1" spc="-15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-</a:t>
            </a:r>
            <a:r>
              <a:rPr sz="2200" b="1" spc="-50" dirty="0">
                <a:latin typeface="Arial"/>
                <a:cs typeface="Arial"/>
              </a:rPr>
              <a:t>3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548" name="object 548">
            <a:extLst>
              <a:ext uri="{FF2B5EF4-FFF2-40B4-BE49-F238E27FC236}">
                <a16:creationId xmlns:a16="http://schemas.microsoft.com/office/drawing/2014/main" id="{00A95E62-FD3A-088F-336D-151C46802375}"/>
              </a:ext>
            </a:extLst>
          </p:cNvPr>
          <p:cNvSpPr txBox="1"/>
          <p:nvPr/>
        </p:nvSpPr>
        <p:spPr>
          <a:xfrm>
            <a:off x="7445137" y="9495017"/>
            <a:ext cx="17716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b="1" spc="-50" dirty="0">
                <a:latin typeface="Arial"/>
                <a:cs typeface="Arial"/>
              </a:rPr>
              <a:t>3</a:t>
            </a:r>
            <a:endParaRPr sz="2200">
              <a:latin typeface="Arial"/>
              <a:cs typeface="Arial"/>
            </a:endParaRPr>
          </a:p>
        </p:txBody>
      </p:sp>
      <p:sp>
        <p:nvSpPr>
          <p:cNvPr id="549" name="object 549">
            <a:extLst>
              <a:ext uri="{FF2B5EF4-FFF2-40B4-BE49-F238E27FC236}">
                <a16:creationId xmlns:a16="http://schemas.microsoft.com/office/drawing/2014/main" id="{023856D4-3CCA-ADBD-7A29-174003AA1608}"/>
              </a:ext>
            </a:extLst>
          </p:cNvPr>
          <p:cNvSpPr txBox="1"/>
          <p:nvPr/>
        </p:nvSpPr>
        <p:spPr>
          <a:xfrm>
            <a:off x="10363059" y="9495017"/>
            <a:ext cx="25463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b="1" spc="-145" dirty="0">
                <a:latin typeface="Arial"/>
                <a:cs typeface="Arial"/>
              </a:rPr>
              <a:t>-</a:t>
            </a:r>
            <a:r>
              <a:rPr sz="2200" b="1" spc="-50" dirty="0">
                <a:latin typeface="Arial"/>
                <a:cs typeface="Arial"/>
              </a:rPr>
              <a:t>1</a:t>
            </a:r>
            <a:endParaRPr sz="2200">
              <a:latin typeface="Arial"/>
              <a:cs typeface="Arial"/>
            </a:endParaRPr>
          </a:p>
        </p:txBody>
      </p:sp>
      <p:sp>
        <p:nvSpPr>
          <p:cNvPr id="550" name="object 550">
            <a:extLst>
              <a:ext uri="{FF2B5EF4-FFF2-40B4-BE49-F238E27FC236}">
                <a16:creationId xmlns:a16="http://schemas.microsoft.com/office/drawing/2014/main" id="{BB05057F-5C94-F49B-E836-BD71B3EA86A8}"/>
              </a:ext>
            </a:extLst>
          </p:cNvPr>
          <p:cNvSpPr txBox="1"/>
          <p:nvPr/>
        </p:nvSpPr>
        <p:spPr>
          <a:xfrm>
            <a:off x="12661985" y="9495017"/>
            <a:ext cx="61722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b="1" spc="-40" dirty="0">
                <a:latin typeface="Arial"/>
                <a:cs typeface="Arial"/>
              </a:rPr>
              <a:t>1</a:t>
            </a:r>
            <a:r>
              <a:rPr sz="2200" b="1" spc="-140" dirty="0">
                <a:latin typeface="Arial"/>
                <a:cs typeface="Arial"/>
              </a:rPr>
              <a:t> </a:t>
            </a:r>
            <a:r>
              <a:rPr sz="2200" b="1" spc="-20" dirty="0">
                <a:latin typeface="Arial"/>
                <a:cs typeface="Arial"/>
              </a:rPr>
              <a:t>|</a:t>
            </a:r>
            <a:r>
              <a:rPr sz="2200" b="1" spc="-15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-</a:t>
            </a:r>
            <a:r>
              <a:rPr sz="2200" b="1" spc="-50" dirty="0">
                <a:latin typeface="Arial"/>
                <a:cs typeface="Arial"/>
              </a:rPr>
              <a:t>3</a:t>
            </a:r>
            <a:endParaRPr sz="2200">
              <a:latin typeface="Arial"/>
              <a:cs typeface="Arial"/>
            </a:endParaRPr>
          </a:p>
        </p:txBody>
      </p:sp>
      <p:sp>
        <p:nvSpPr>
          <p:cNvPr id="551" name="object 551">
            <a:extLst>
              <a:ext uri="{FF2B5EF4-FFF2-40B4-BE49-F238E27FC236}">
                <a16:creationId xmlns:a16="http://schemas.microsoft.com/office/drawing/2014/main" id="{94CF4238-D669-6E40-F5F0-C5DF37393739}"/>
              </a:ext>
            </a:extLst>
          </p:cNvPr>
          <p:cNvSpPr txBox="1"/>
          <p:nvPr/>
        </p:nvSpPr>
        <p:spPr>
          <a:xfrm>
            <a:off x="15272532" y="9495017"/>
            <a:ext cx="17716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b="1" spc="-50" dirty="0">
                <a:latin typeface="Arial"/>
                <a:cs typeface="Arial"/>
              </a:rPr>
              <a:t>3</a:t>
            </a:r>
            <a:endParaRPr sz="2200">
              <a:latin typeface="Arial"/>
              <a:cs typeface="Arial"/>
            </a:endParaRPr>
          </a:p>
        </p:txBody>
      </p:sp>
      <p:sp>
        <p:nvSpPr>
          <p:cNvPr id="552" name="object 552">
            <a:extLst>
              <a:ext uri="{FF2B5EF4-FFF2-40B4-BE49-F238E27FC236}">
                <a16:creationId xmlns:a16="http://schemas.microsoft.com/office/drawing/2014/main" id="{97C356EA-234E-6D7E-7AC5-09A7BD5C50A8}"/>
              </a:ext>
            </a:extLst>
          </p:cNvPr>
          <p:cNvSpPr txBox="1"/>
          <p:nvPr/>
        </p:nvSpPr>
        <p:spPr>
          <a:xfrm>
            <a:off x="597654" y="9363569"/>
            <a:ext cx="85725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b="1" spc="-25" dirty="0">
                <a:latin typeface="Arial"/>
                <a:cs typeface="Arial"/>
              </a:rPr>
              <a:t>BOX</a:t>
            </a:r>
            <a:r>
              <a:rPr sz="2200" b="1" spc="-25" dirty="0">
                <a:latin typeface="Apple SD Gothic Neo"/>
                <a:cs typeface="Apple SD Gothic Neo"/>
              </a:rPr>
              <a:t>：</a:t>
            </a:r>
            <a:endParaRPr sz="2200">
              <a:latin typeface="Apple SD Gothic Neo"/>
              <a:cs typeface="Apple SD Gothic Neo"/>
            </a:endParaRPr>
          </a:p>
        </p:txBody>
      </p:sp>
      <p:grpSp>
        <p:nvGrpSpPr>
          <p:cNvPr id="553" name="object 553">
            <a:extLst>
              <a:ext uri="{FF2B5EF4-FFF2-40B4-BE49-F238E27FC236}">
                <a16:creationId xmlns:a16="http://schemas.microsoft.com/office/drawing/2014/main" id="{F30850ED-DA51-D500-CCED-85E41FDE34AE}"/>
              </a:ext>
            </a:extLst>
          </p:cNvPr>
          <p:cNvGrpSpPr/>
          <p:nvPr/>
        </p:nvGrpSpPr>
        <p:grpSpPr>
          <a:xfrm>
            <a:off x="6296196" y="2595451"/>
            <a:ext cx="34290" cy="6991984"/>
            <a:chOff x="6296196" y="2595451"/>
            <a:chExt cx="34290" cy="6991984"/>
          </a:xfrm>
        </p:grpSpPr>
        <p:sp>
          <p:nvSpPr>
            <p:cNvPr id="554" name="object 554">
              <a:extLst>
                <a:ext uri="{FF2B5EF4-FFF2-40B4-BE49-F238E27FC236}">
                  <a16:creationId xmlns:a16="http://schemas.microsoft.com/office/drawing/2014/main" id="{E01F2CE3-C3A1-82A8-FA16-767C0A46AD14}"/>
                </a:ext>
              </a:extLst>
            </p:cNvPr>
            <p:cNvSpPr/>
            <p:nvPr/>
          </p:nvSpPr>
          <p:spPr>
            <a:xfrm>
              <a:off x="6322833" y="2603071"/>
              <a:ext cx="0" cy="6807834"/>
            </a:xfrm>
            <a:custGeom>
              <a:avLst/>
              <a:gdLst/>
              <a:ahLst/>
              <a:cxnLst/>
              <a:rect l="l" t="t" r="r" b="b"/>
              <a:pathLst>
                <a:path h="6807834">
                  <a:moveTo>
                    <a:pt x="0" y="6807835"/>
                  </a:moveTo>
                  <a:lnTo>
                    <a:pt x="0" y="0"/>
                  </a:lnTo>
                </a:path>
              </a:pathLst>
            </a:custGeom>
            <a:ln w="15198">
              <a:solidFill>
                <a:srgbClr val="2E5C8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5" name="object 555">
              <a:extLst>
                <a:ext uri="{FF2B5EF4-FFF2-40B4-BE49-F238E27FC236}">
                  <a16:creationId xmlns:a16="http://schemas.microsoft.com/office/drawing/2014/main" id="{BB83F3A4-EC0E-E845-6C87-916D7B6B6917}"/>
                </a:ext>
              </a:extLst>
            </p:cNvPr>
            <p:cNvSpPr/>
            <p:nvPr/>
          </p:nvSpPr>
          <p:spPr>
            <a:xfrm>
              <a:off x="6311436" y="9425835"/>
              <a:ext cx="0" cy="146050"/>
            </a:xfrm>
            <a:custGeom>
              <a:avLst/>
              <a:gdLst/>
              <a:ahLst/>
              <a:cxnLst/>
              <a:rect l="l" t="t" r="r" b="b"/>
              <a:pathLst>
                <a:path h="146050">
                  <a:moveTo>
                    <a:pt x="0" y="145952"/>
                  </a:moveTo>
                  <a:lnTo>
                    <a:pt x="0" y="0"/>
                  </a:lnTo>
                </a:path>
              </a:pathLst>
            </a:custGeom>
            <a:ln w="303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6" name="object 556">
            <a:extLst>
              <a:ext uri="{FF2B5EF4-FFF2-40B4-BE49-F238E27FC236}">
                <a16:creationId xmlns:a16="http://schemas.microsoft.com/office/drawing/2014/main" id="{4E6EFCEF-5FB6-5CA7-D224-05E5FFB258EE}"/>
              </a:ext>
            </a:extLst>
          </p:cNvPr>
          <p:cNvSpPr txBox="1"/>
          <p:nvPr/>
        </p:nvSpPr>
        <p:spPr>
          <a:xfrm>
            <a:off x="6221250" y="9495017"/>
            <a:ext cx="17716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b="1" spc="-50" dirty="0">
                <a:latin typeface="Arial"/>
                <a:cs typeface="Arial"/>
              </a:rPr>
              <a:t>0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557" name="object 557">
            <a:extLst>
              <a:ext uri="{FF2B5EF4-FFF2-40B4-BE49-F238E27FC236}">
                <a16:creationId xmlns:a16="http://schemas.microsoft.com/office/drawing/2014/main" id="{581B23B9-CE76-5B89-6122-B41DFD832418}"/>
              </a:ext>
            </a:extLst>
          </p:cNvPr>
          <p:cNvGrpSpPr/>
          <p:nvPr/>
        </p:nvGrpSpPr>
        <p:grpSpPr>
          <a:xfrm>
            <a:off x="3880295" y="2595451"/>
            <a:ext cx="30480" cy="6991984"/>
            <a:chOff x="3880295" y="2595451"/>
            <a:chExt cx="30480" cy="6991984"/>
          </a:xfrm>
        </p:grpSpPr>
        <p:sp>
          <p:nvSpPr>
            <p:cNvPr id="558" name="object 558">
              <a:extLst>
                <a:ext uri="{FF2B5EF4-FFF2-40B4-BE49-F238E27FC236}">
                  <a16:creationId xmlns:a16="http://schemas.microsoft.com/office/drawing/2014/main" id="{3D5962AF-88BC-65EB-EAE8-86E71DDCA398}"/>
                </a:ext>
              </a:extLst>
            </p:cNvPr>
            <p:cNvSpPr/>
            <p:nvPr/>
          </p:nvSpPr>
          <p:spPr>
            <a:xfrm>
              <a:off x="3892999" y="2603071"/>
              <a:ext cx="0" cy="6807834"/>
            </a:xfrm>
            <a:custGeom>
              <a:avLst/>
              <a:gdLst/>
              <a:ahLst/>
              <a:cxnLst/>
              <a:rect l="l" t="t" r="r" b="b"/>
              <a:pathLst>
                <a:path h="6807834">
                  <a:moveTo>
                    <a:pt x="0" y="6807835"/>
                  </a:moveTo>
                  <a:lnTo>
                    <a:pt x="0" y="0"/>
                  </a:lnTo>
                </a:path>
              </a:pathLst>
            </a:custGeom>
            <a:ln w="15198">
              <a:solidFill>
                <a:srgbClr val="2E5C8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9" name="object 559">
              <a:extLst>
                <a:ext uri="{FF2B5EF4-FFF2-40B4-BE49-F238E27FC236}">
                  <a16:creationId xmlns:a16="http://schemas.microsoft.com/office/drawing/2014/main" id="{4A50002F-AE1F-699D-5323-BA1B5024E987}"/>
                </a:ext>
              </a:extLst>
            </p:cNvPr>
            <p:cNvSpPr/>
            <p:nvPr/>
          </p:nvSpPr>
          <p:spPr>
            <a:xfrm>
              <a:off x="3895535" y="9425835"/>
              <a:ext cx="0" cy="146050"/>
            </a:xfrm>
            <a:custGeom>
              <a:avLst/>
              <a:gdLst/>
              <a:ahLst/>
              <a:cxnLst/>
              <a:rect l="l" t="t" r="r" b="b"/>
              <a:pathLst>
                <a:path h="146050">
                  <a:moveTo>
                    <a:pt x="0" y="145952"/>
                  </a:moveTo>
                  <a:lnTo>
                    <a:pt x="0" y="0"/>
                  </a:lnTo>
                </a:path>
              </a:pathLst>
            </a:custGeom>
            <a:ln w="303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0" name="object 560">
            <a:extLst>
              <a:ext uri="{FF2B5EF4-FFF2-40B4-BE49-F238E27FC236}">
                <a16:creationId xmlns:a16="http://schemas.microsoft.com/office/drawing/2014/main" id="{2316F1A1-80E2-C441-4C03-C990DC588D2B}"/>
              </a:ext>
            </a:extLst>
          </p:cNvPr>
          <p:cNvSpPr txBox="1"/>
          <p:nvPr/>
        </p:nvSpPr>
        <p:spPr>
          <a:xfrm>
            <a:off x="3810617" y="9495017"/>
            <a:ext cx="17716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b="1" spc="-50" dirty="0">
                <a:latin typeface="Arial"/>
                <a:cs typeface="Arial"/>
              </a:rPr>
              <a:t>0</a:t>
            </a:r>
            <a:endParaRPr sz="2200">
              <a:latin typeface="Arial"/>
              <a:cs typeface="Arial"/>
            </a:endParaRPr>
          </a:p>
        </p:txBody>
      </p:sp>
      <p:sp>
        <p:nvSpPr>
          <p:cNvPr id="561" name="object 561">
            <a:extLst>
              <a:ext uri="{FF2B5EF4-FFF2-40B4-BE49-F238E27FC236}">
                <a16:creationId xmlns:a16="http://schemas.microsoft.com/office/drawing/2014/main" id="{647EF2EE-FAB5-B62D-266F-E53631054CC6}"/>
              </a:ext>
            </a:extLst>
          </p:cNvPr>
          <p:cNvSpPr txBox="1"/>
          <p:nvPr/>
        </p:nvSpPr>
        <p:spPr>
          <a:xfrm>
            <a:off x="14053371" y="9495017"/>
            <a:ext cx="17716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b="1" spc="-50" dirty="0">
                <a:latin typeface="Arial"/>
                <a:cs typeface="Arial"/>
              </a:rPr>
              <a:t>0</a:t>
            </a:r>
            <a:endParaRPr sz="2200">
              <a:latin typeface="Arial"/>
              <a:cs typeface="Arial"/>
            </a:endParaRPr>
          </a:p>
        </p:txBody>
      </p:sp>
      <p:sp>
        <p:nvSpPr>
          <p:cNvPr id="562" name="object 562">
            <a:extLst>
              <a:ext uri="{FF2B5EF4-FFF2-40B4-BE49-F238E27FC236}">
                <a16:creationId xmlns:a16="http://schemas.microsoft.com/office/drawing/2014/main" id="{DF4B1D8E-6335-5D1A-ADB2-1E9B8927271D}"/>
              </a:ext>
            </a:extLst>
          </p:cNvPr>
          <p:cNvSpPr txBox="1"/>
          <p:nvPr/>
        </p:nvSpPr>
        <p:spPr>
          <a:xfrm>
            <a:off x="11632629" y="9495017"/>
            <a:ext cx="17716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b="1" spc="-50" dirty="0">
                <a:latin typeface="Arial"/>
                <a:cs typeface="Arial"/>
              </a:rPr>
              <a:t>0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564" name="object 564">
            <a:extLst>
              <a:ext uri="{FF2B5EF4-FFF2-40B4-BE49-F238E27FC236}">
                <a16:creationId xmlns:a16="http://schemas.microsoft.com/office/drawing/2014/main" id="{AEAF32A7-3FE6-5232-8D90-2E8F10E61758}"/>
              </a:ext>
            </a:extLst>
          </p:cNvPr>
          <p:cNvSpPr/>
          <p:nvPr/>
        </p:nvSpPr>
        <p:spPr>
          <a:xfrm>
            <a:off x="11722969" y="9430395"/>
            <a:ext cx="0" cy="146050"/>
          </a:xfrm>
          <a:custGeom>
            <a:avLst/>
            <a:gdLst/>
            <a:ahLst/>
            <a:cxnLst/>
            <a:rect l="l" t="t" r="r" b="b"/>
            <a:pathLst>
              <a:path h="146050">
                <a:moveTo>
                  <a:pt x="0" y="145952"/>
                </a:moveTo>
                <a:lnTo>
                  <a:pt x="0" y="0"/>
                </a:lnTo>
              </a:path>
            </a:pathLst>
          </a:custGeom>
          <a:ln w="303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5" name="object 565">
            <a:extLst>
              <a:ext uri="{FF2B5EF4-FFF2-40B4-BE49-F238E27FC236}">
                <a16:creationId xmlns:a16="http://schemas.microsoft.com/office/drawing/2014/main" id="{8B7E154E-6450-9BA7-6EA4-7CC16830D663}"/>
              </a:ext>
            </a:extLst>
          </p:cNvPr>
          <p:cNvSpPr/>
          <p:nvPr/>
        </p:nvSpPr>
        <p:spPr>
          <a:xfrm>
            <a:off x="14137247" y="9415197"/>
            <a:ext cx="0" cy="146050"/>
          </a:xfrm>
          <a:custGeom>
            <a:avLst/>
            <a:gdLst/>
            <a:ahLst/>
            <a:cxnLst/>
            <a:rect l="l" t="t" r="r" b="b"/>
            <a:pathLst>
              <a:path h="146050">
                <a:moveTo>
                  <a:pt x="0" y="145952"/>
                </a:moveTo>
                <a:lnTo>
                  <a:pt x="0" y="0"/>
                </a:lnTo>
              </a:path>
            </a:pathLst>
          </a:custGeom>
          <a:ln w="303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6" name="object 566">
            <a:extLst>
              <a:ext uri="{FF2B5EF4-FFF2-40B4-BE49-F238E27FC236}">
                <a16:creationId xmlns:a16="http://schemas.microsoft.com/office/drawing/2014/main" id="{18874DE9-306D-F364-4769-BDCF36D81EFD}"/>
              </a:ext>
            </a:extLst>
          </p:cNvPr>
          <p:cNvSpPr/>
          <p:nvPr/>
        </p:nvSpPr>
        <p:spPr>
          <a:xfrm>
            <a:off x="11722969" y="2603071"/>
            <a:ext cx="0" cy="6807834"/>
          </a:xfrm>
          <a:custGeom>
            <a:avLst/>
            <a:gdLst/>
            <a:ahLst/>
            <a:cxnLst/>
            <a:rect l="l" t="t" r="r" b="b"/>
            <a:pathLst>
              <a:path h="6807834">
                <a:moveTo>
                  <a:pt x="0" y="6807835"/>
                </a:moveTo>
                <a:lnTo>
                  <a:pt x="0" y="0"/>
                </a:lnTo>
              </a:path>
            </a:pathLst>
          </a:custGeom>
          <a:ln w="15198">
            <a:solidFill>
              <a:srgbClr val="C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90" name="Group 689">
            <a:extLst>
              <a:ext uri="{FF2B5EF4-FFF2-40B4-BE49-F238E27FC236}">
                <a16:creationId xmlns:a16="http://schemas.microsoft.com/office/drawing/2014/main" id="{34CB4509-5E9B-EFEB-B68C-414141BDE601}"/>
              </a:ext>
            </a:extLst>
          </p:cNvPr>
          <p:cNvGrpSpPr/>
          <p:nvPr/>
        </p:nvGrpSpPr>
        <p:grpSpPr>
          <a:xfrm>
            <a:off x="13977970" y="2632276"/>
            <a:ext cx="457200" cy="290495"/>
            <a:chOff x="14014450" y="2627875"/>
            <a:chExt cx="457200" cy="290495"/>
          </a:xfrm>
        </p:grpSpPr>
        <p:sp>
          <p:nvSpPr>
            <p:cNvPr id="567" name="object 567">
              <a:extLst>
                <a:ext uri="{FF2B5EF4-FFF2-40B4-BE49-F238E27FC236}">
                  <a16:creationId xmlns:a16="http://schemas.microsoft.com/office/drawing/2014/main" id="{2317A094-8A84-B0F0-5A11-1CAA688D753F}"/>
                </a:ext>
              </a:extLst>
            </p:cNvPr>
            <p:cNvSpPr/>
            <p:nvPr/>
          </p:nvSpPr>
          <p:spPr>
            <a:xfrm>
              <a:off x="14175734" y="2627878"/>
              <a:ext cx="167451" cy="287655"/>
            </a:xfrm>
            <a:custGeom>
              <a:avLst/>
              <a:gdLst/>
              <a:ahLst/>
              <a:cxnLst/>
              <a:rect l="l" t="t" r="r" b="b"/>
              <a:pathLst>
                <a:path w="189865" h="287655">
                  <a:moveTo>
                    <a:pt x="189257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189257" y="287204"/>
                  </a:lnTo>
                  <a:lnTo>
                    <a:pt x="189257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8" name="object 568">
              <a:extLst>
                <a:ext uri="{FF2B5EF4-FFF2-40B4-BE49-F238E27FC236}">
                  <a16:creationId xmlns:a16="http://schemas.microsoft.com/office/drawing/2014/main" id="{7D966642-202E-C3B6-1F0E-0667AEDAFAA6}"/>
                </a:ext>
              </a:extLst>
            </p:cNvPr>
            <p:cNvSpPr/>
            <p:nvPr/>
          </p:nvSpPr>
          <p:spPr>
            <a:xfrm>
              <a:off x="14175734" y="2627878"/>
              <a:ext cx="167451" cy="287655"/>
            </a:xfrm>
            <a:custGeom>
              <a:avLst/>
              <a:gdLst/>
              <a:ahLst/>
              <a:cxnLst/>
              <a:rect l="l" t="t" r="r" b="b"/>
              <a:pathLst>
                <a:path w="189865" h="287655">
                  <a:moveTo>
                    <a:pt x="189257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189257" y="0"/>
                  </a:lnTo>
                  <a:lnTo>
                    <a:pt x="189257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9" name="object 569">
              <a:extLst>
                <a:ext uri="{FF2B5EF4-FFF2-40B4-BE49-F238E27FC236}">
                  <a16:creationId xmlns:a16="http://schemas.microsoft.com/office/drawing/2014/main" id="{275F13FC-2D06-4A7B-44AD-0C760D5F2688}"/>
                </a:ext>
              </a:extLst>
            </p:cNvPr>
            <p:cNvSpPr/>
            <p:nvPr/>
          </p:nvSpPr>
          <p:spPr>
            <a:xfrm>
              <a:off x="14014450" y="2771479"/>
              <a:ext cx="457200" cy="45719"/>
            </a:xfrm>
            <a:custGeom>
              <a:avLst/>
              <a:gdLst/>
              <a:ahLst/>
              <a:cxnLst/>
              <a:rect l="l" t="t" r="r" b="b"/>
              <a:pathLst>
                <a:path w="699134">
                  <a:moveTo>
                    <a:pt x="698587" y="0"/>
                  </a:moveTo>
                  <a:lnTo>
                    <a:pt x="0" y="0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0" name="object 570">
              <a:extLst>
                <a:ext uri="{FF2B5EF4-FFF2-40B4-BE49-F238E27FC236}">
                  <a16:creationId xmlns:a16="http://schemas.microsoft.com/office/drawing/2014/main" id="{C482895E-D20C-FF12-CEDD-23D9617FD78D}"/>
                </a:ext>
              </a:extLst>
            </p:cNvPr>
            <p:cNvSpPr/>
            <p:nvPr/>
          </p:nvSpPr>
          <p:spPr>
            <a:xfrm>
              <a:off x="14230554" y="2627875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151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1" name="object 571">
              <a:extLst>
                <a:ext uri="{FF2B5EF4-FFF2-40B4-BE49-F238E27FC236}">
                  <a16:creationId xmlns:a16="http://schemas.microsoft.com/office/drawing/2014/main" id="{39C8D96B-DBB3-17B1-0F90-D51D9AF39855}"/>
                </a:ext>
              </a:extLst>
            </p:cNvPr>
            <p:cNvSpPr/>
            <p:nvPr/>
          </p:nvSpPr>
          <p:spPr>
            <a:xfrm>
              <a:off x="14014450" y="2630715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2" name="object 572">
              <a:extLst>
                <a:ext uri="{FF2B5EF4-FFF2-40B4-BE49-F238E27FC236}">
                  <a16:creationId xmlns:a16="http://schemas.microsoft.com/office/drawing/2014/main" id="{8CE9AE27-38B2-F946-19EA-82A6160C222F}"/>
                </a:ext>
              </a:extLst>
            </p:cNvPr>
            <p:cNvSpPr/>
            <p:nvPr/>
          </p:nvSpPr>
          <p:spPr>
            <a:xfrm>
              <a:off x="14471650" y="2630715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3" name="object 573">
            <a:extLst>
              <a:ext uri="{FF2B5EF4-FFF2-40B4-BE49-F238E27FC236}">
                <a16:creationId xmlns:a16="http://schemas.microsoft.com/office/drawing/2014/main" id="{E3DB6D12-CDE9-6D99-5EDE-2105C1871C80}"/>
              </a:ext>
            </a:extLst>
          </p:cNvPr>
          <p:cNvSpPr/>
          <p:nvPr/>
        </p:nvSpPr>
        <p:spPr>
          <a:xfrm>
            <a:off x="14137247" y="2603071"/>
            <a:ext cx="0" cy="6807834"/>
          </a:xfrm>
          <a:custGeom>
            <a:avLst/>
            <a:gdLst/>
            <a:ahLst/>
            <a:cxnLst/>
            <a:rect l="l" t="t" r="r" b="b"/>
            <a:pathLst>
              <a:path h="6807834">
                <a:moveTo>
                  <a:pt x="0" y="6807835"/>
                </a:moveTo>
                <a:lnTo>
                  <a:pt x="0" y="0"/>
                </a:lnTo>
              </a:path>
            </a:pathLst>
          </a:custGeom>
          <a:ln w="15198">
            <a:solidFill>
              <a:srgbClr val="C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4" name="object 574">
            <a:extLst>
              <a:ext uri="{FF2B5EF4-FFF2-40B4-BE49-F238E27FC236}">
                <a16:creationId xmlns:a16="http://schemas.microsoft.com/office/drawing/2014/main" id="{FF776FB3-311D-2E1A-03CC-F605ABEAC19F}"/>
              </a:ext>
            </a:extLst>
          </p:cNvPr>
          <p:cNvSpPr txBox="1"/>
          <p:nvPr/>
        </p:nvSpPr>
        <p:spPr>
          <a:xfrm>
            <a:off x="9604170" y="2634505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575" name="object 575">
            <a:extLst>
              <a:ext uri="{FF2B5EF4-FFF2-40B4-BE49-F238E27FC236}">
                <a16:creationId xmlns:a16="http://schemas.microsoft.com/office/drawing/2014/main" id="{4FB5886D-068E-E53C-CE2B-FB5CC3258800}"/>
              </a:ext>
            </a:extLst>
          </p:cNvPr>
          <p:cNvSpPr txBox="1"/>
          <p:nvPr/>
        </p:nvSpPr>
        <p:spPr>
          <a:xfrm>
            <a:off x="9613104" y="3968119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>
              <a:latin typeface="Arial"/>
              <a:cs typeface="Arial"/>
            </a:endParaRPr>
          </a:p>
        </p:txBody>
      </p:sp>
      <p:sp>
        <p:nvSpPr>
          <p:cNvPr id="576" name="object 38">
            <a:extLst>
              <a:ext uri="{FF2B5EF4-FFF2-40B4-BE49-F238E27FC236}">
                <a16:creationId xmlns:a16="http://schemas.microsoft.com/office/drawing/2014/main" id="{AA5A8889-D20D-8AE0-060F-79CBA39042FA}"/>
              </a:ext>
            </a:extLst>
          </p:cNvPr>
          <p:cNvSpPr txBox="1"/>
          <p:nvPr/>
        </p:nvSpPr>
        <p:spPr>
          <a:xfrm>
            <a:off x="15767050" y="4298950"/>
            <a:ext cx="3397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zh-CN" sz="1600" b="1" spc="50" dirty="0">
                <a:solidFill>
                  <a:srgbClr val="C00000"/>
                </a:solidFill>
                <a:latin typeface="Arial"/>
                <a:cs typeface="Arial"/>
              </a:rPr>
              <a:t>6</a:t>
            </a:r>
            <a:r>
              <a:rPr sz="1600" b="1" spc="50" dirty="0">
                <a:solidFill>
                  <a:srgbClr val="C00000"/>
                </a:solidFill>
                <a:latin typeface="Arial"/>
                <a:cs typeface="Arial"/>
              </a:rPr>
              <a:t>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77" name="object 62">
            <a:extLst>
              <a:ext uri="{FF2B5EF4-FFF2-40B4-BE49-F238E27FC236}">
                <a16:creationId xmlns:a16="http://schemas.microsoft.com/office/drawing/2014/main" id="{1FCA38F2-C4FC-570D-3CAD-3B5CC3A06BCE}"/>
              </a:ext>
            </a:extLst>
          </p:cNvPr>
          <p:cNvSpPr txBox="1"/>
          <p:nvPr/>
        </p:nvSpPr>
        <p:spPr>
          <a:xfrm>
            <a:off x="17425028" y="5647793"/>
            <a:ext cx="33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solidFill>
                  <a:srgbClr val="139118"/>
                </a:solidFill>
                <a:latin typeface="Arial"/>
                <a:cs typeface="Arial"/>
              </a:rPr>
              <a:t>0%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83" name="object 197">
            <a:extLst>
              <a:ext uri="{FF2B5EF4-FFF2-40B4-BE49-F238E27FC236}">
                <a16:creationId xmlns:a16="http://schemas.microsoft.com/office/drawing/2014/main" id="{0E2B2386-EF65-74D1-9952-9EB956DEDA5E}"/>
              </a:ext>
            </a:extLst>
          </p:cNvPr>
          <p:cNvSpPr/>
          <p:nvPr/>
        </p:nvSpPr>
        <p:spPr>
          <a:xfrm flipH="1">
            <a:off x="3803650" y="3337764"/>
            <a:ext cx="76200" cy="268077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7" name="object 249">
            <a:extLst>
              <a:ext uri="{FF2B5EF4-FFF2-40B4-BE49-F238E27FC236}">
                <a16:creationId xmlns:a16="http://schemas.microsoft.com/office/drawing/2014/main" id="{4FD528AB-EF55-5E1A-75F5-190268D147C2}"/>
              </a:ext>
            </a:extLst>
          </p:cNvPr>
          <p:cNvSpPr/>
          <p:nvPr/>
        </p:nvSpPr>
        <p:spPr>
          <a:xfrm>
            <a:off x="3879850" y="800100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8" name="object 249">
            <a:extLst>
              <a:ext uri="{FF2B5EF4-FFF2-40B4-BE49-F238E27FC236}">
                <a16:creationId xmlns:a16="http://schemas.microsoft.com/office/drawing/2014/main" id="{6B182B4E-E106-93E8-60EB-01172F91CAEF}"/>
              </a:ext>
            </a:extLst>
          </p:cNvPr>
          <p:cNvSpPr/>
          <p:nvPr/>
        </p:nvSpPr>
        <p:spPr>
          <a:xfrm>
            <a:off x="4069080" y="768096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4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7" name="object 388">
            <a:extLst>
              <a:ext uri="{FF2B5EF4-FFF2-40B4-BE49-F238E27FC236}">
                <a16:creationId xmlns:a16="http://schemas.microsoft.com/office/drawing/2014/main" id="{BCE9BE65-5AA1-CA21-2E90-DCC38E086B14}"/>
              </a:ext>
            </a:extLst>
          </p:cNvPr>
          <p:cNvSpPr/>
          <p:nvPr/>
        </p:nvSpPr>
        <p:spPr>
          <a:xfrm>
            <a:off x="11687851" y="3639692"/>
            <a:ext cx="109728" cy="287655"/>
          </a:xfrm>
          <a:custGeom>
            <a:avLst/>
            <a:gdLst/>
            <a:ahLst/>
            <a:cxnLst/>
            <a:rect l="l" t="t" r="r" b="b"/>
            <a:pathLst>
              <a:path w="245109" h="287654">
                <a:moveTo>
                  <a:pt x="245095" y="287204"/>
                </a:moveTo>
                <a:lnTo>
                  <a:pt x="0" y="287204"/>
                </a:lnTo>
                <a:lnTo>
                  <a:pt x="0" y="0"/>
                </a:lnTo>
                <a:lnTo>
                  <a:pt x="245095" y="0"/>
                </a:lnTo>
                <a:lnTo>
                  <a:pt x="245095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98" name="Group 597">
            <a:extLst>
              <a:ext uri="{FF2B5EF4-FFF2-40B4-BE49-F238E27FC236}">
                <a16:creationId xmlns:a16="http://schemas.microsoft.com/office/drawing/2014/main" id="{91D5A7D4-469E-5FCE-0935-B696A7E4C00C}"/>
              </a:ext>
            </a:extLst>
          </p:cNvPr>
          <p:cNvGrpSpPr/>
          <p:nvPr/>
        </p:nvGrpSpPr>
        <p:grpSpPr>
          <a:xfrm>
            <a:off x="11581344" y="3634578"/>
            <a:ext cx="307735" cy="291526"/>
            <a:chOff x="11573115" y="3639312"/>
            <a:chExt cx="307735" cy="291526"/>
          </a:xfrm>
        </p:grpSpPr>
        <p:grpSp>
          <p:nvGrpSpPr>
            <p:cNvPr id="599" name="Group 598">
              <a:extLst>
                <a:ext uri="{FF2B5EF4-FFF2-40B4-BE49-F238E27FC236}">
                  <a16:creationId xmlns:a16="http://schemas.microsoft.com/office/drawing/2014/main" id="{20125307-678E-E407-EFE8-46A78DB60123}"/>
                </a:ext>
              </a:extLst>
            </p:cNvPr>
            <p:cNvGrpSpPr/>
            <p:nvPr/>
          </p:nvGrpSpPr>
          <p:grpSpPr>
            <a:xfrm>
              <a:off x="11573115" y="3641356"/>
              <a:ext cx="304800" cy="289482"/>
              <a:chOff x="11576050" y="3639529"/>
              <a:chExt cx="304800" cy="289482"/>
            </a:xfrm>
          </p:grpSpPr>
          <p:sp>
            <p:nvSpPr>
              <p:cNvPr id="602" name="object 387">
                <a:extLst>
                  <a:ext uri="{FF2B5EF4-FFF2-40B4-BE49-F238E27FC236}">
                    <a16:creationId xmlns:a16="http://schemas.microsoft.com/office/drawing/2014/main" id="{6A273CDE-E77F-0CB0-8658-B190DDE2A474}"/>
                  </a:ext>
                </a:extLst>
              </p:cNvPr>
              <p:cNvSpPr/>
              <p:nvPr/>
            </p:nvSpPr>
            <p:spPr>
              <a:xfrm>
                <a:off x="11680738" y="3641356"/>
                <a:ext cx="109728" cy="287655"/>
              </a:xfrm>
              <a:custGeom>
                <a:avLst/>
                <a:gdLst/>
                <a:ahLst/>
                <a:cxnLst/>
                <a:rect l="l" t="t" r="r" b="b"/>
                <a:pathLst>
                  <a:path w="245109" h="287654">
                    <a:moveTo>
                      <a:pt x="245095" y="0"/>
                    </a:moveTo>
                    <a:lnTo>
                      <a:pt x="0" y="0"/>
                    </a:lnTo>
                    <a:lnTo>
                      <a:pt x="0" y="287204"/>
                    </a:lnTo>
                    <a:lnTo>
                      <a:pt x="245095" y="287204"/>
                    </a:lnTo>
                    <a:lnTo>
                      <a:pt x="245095" y="0"/>
                    </a:lnTo>
                    <a:close/>
                  </a:path>
                </a:pathLst>
              </a:custGeom>
              <a:solidFill>
                <a:srgbClr val="5B5B5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03" name="object 390">
                <a:extLst>
                  <a:ext uri="{FF2B5EF4-FFF2-40B4-BE49-F238E27FC236}">
                    <a16:creationId xmlns:a16="http://schemas.microsoft.com/office/drawing/2014/main" id="{0D93EA69-24B2-2F2B-6222-CBE88A67AA17}"/>
                  </a:ext>
                </a:extLst>
              </p:cNvPr>
              <p:cNvSpPr/>
              <p:nvPr/>
            </p:nvSpPr>
            <p:spPr>
              <a:xfrm>
                <a:off x="11576050" y="3641356"/>
                <a:ext cx="0" cy="287655"/>
              </a:xfrm>
              <a:custGeom>
                <a:avLst/>
                <a:gdLst/>
                <a:ahLst/>
                <a:cxnLst/>
                <a:rect l="l" t="t" r="r" b="b"/>
                <a:pathLst>
                  <a:path h="287654">
                    <a:moveTo>
                      <a:pt x="0" y="0"/>
                    </a:moveTo>
                    <a:lnTo>
                      <a:pt x="0" y="287204"/>
                    </a:lnTo>
                  </a:path>
                </a:pathLst>
              </a:custGeom>
              <a:ln w="30396">
                <a:solidFill>
                  <a:srgbClr val="5B5B5B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04" name="object 391">
                <a:extLst>
                  <a:ext uri="{FF2B5EF4-FFF2-40B4-BE49-F238E27FC236}">
                    <a16:creationId xmlns:a16="http://schemas.microsoft.com/office/drawing/2014/main" id="{F005DBA6-B72B-8EC4-09DD-F6A432815060}"/>
                  </a:ext>
                </a:extLst>
              </p:cNvPr>
              <p:cNvSpPr/>
              <p:nvPr/>
            </p:nvSpPr>
            <p:spPr>
              <a:xfrm>
                <a:off x="11880850" y="3639529"/>
                <a:ext cx="0" cy="287655"/>
              </a:xfrm>
              <a:custGeom>
                <a:avLst/>
                <a:gdLst/>
                <a:ahLst/>
                <a:cxnLst/>
                <a:rect l="l" t="t" r="r" b="b"/>
                <a:pathLst>
                  <a:path h="287654">
                    <a:moveTo>
                      <a:pt x="0" y="0"/>
                    </a:moveTo>
                    <a:lnTo>
                      <a:pt x="0" y="287204"/>
                    </a:lnTo>
                  </a:path>
                </a:pathLst>
              </a:custGeom>
              <a:ln w="30396">
                <a:solidFill>
                  <a:srgbClr val="5B5B5B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00" name="object 386">
              <a:extLst>
                <a:ext uri="{FF2B5EF4-FFF2-40B4-BE49-F238E27FC236}">
                  <a16:creationId xmlns:a16="http://schemas.microsoft.com/office/drawing/2014/main" id="{DF70DD4D-F67A-D42B-0C50-D0CB73C2800A}"/>
                </a:ext>
              </a:extLst>
            </p:cNvPr>
            <p:cNvSpPr/>
            <p:nvPr/>
          </p:nvSpPr>
          <p:spPr>
            <a:xfrm>
              <a:off x="11585373" y="3765550"/>
              <a:ext cx="295477" cy="45719"/>
            </a:xfrm>
            <a:custGeom>
              <a:avLst/>
              <a:gdLst/>
              <a:ahLst/>
              <a:cxnLst/>
              <a:rect l="l" t="t" r="r" b="b"/>
              <a:pathLst>
                <a:path w="831850">
                  <a:moveTo>
                    <a:pt x="831520" y="0"/>
                  </a:moveTo>
                  <a:lnTo>
                    <a:pt x="0" y="0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1" name="object 389">
              <a:extLst>
                <a:ext uri="{FF2B5EF4-FFF2-40B4-BE49-F238E27FC236}">
                  <a16:creationId xmlns:a16="http://schemas.microsoft.com/office/drawing/2014/main" id="{A3011078-842C-13B0-36B3-9C6558D503AA}"/>
                </a:ext>
              </a:extLst>
            </p:cNvPr>
            <p:cNvSpPr/>
            <p:nvPr/>
          </p:nvSpPr>
          <p:spPr>
            <a:xfrm>
              <a:off x="11728450" y="3639312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151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3" name="Group 612">
            <a:extLst>
              <a:ext uri="{FF2B5EF4-FFF2-40B4-BE49-F238E27FC236}">
                <a16:creationId xmlns:a16="http://schemas.microsoft.com/office/drawing/2014/main" id="{9B7BD11F-704B-2EA9-FAEC-4F571D0A8E37}"/>
              </a:ext>
            </a:extLst>
          </p:cNvPr>
          <p:cNvGrpSpPr/>
          <p:nvPr/>
        </p:nvGrpSpPr>
        <p:grpSpPr>
          <a:xfrm>
            <a:off x="11728450" y="4964190"/>
            <a:ext cx="304800" cy="295820"/>
            <a:chOff x="11728450" y="4964190"/>
            <a:chExt cx="304800" cy="295820"/>
          </a:xfrm>
        </p:grpSpPr>
        <p:sp>
          <p:nvSpPr>
            <p:cNvPr id="607" name="object 332">
              <a:extLst>
                <a:ext uri="{FF2B5EF4-FFF2-40B4-BE49-F238E27FC236}">
                  <a16:creationId xmlns:a16="http://schemas.microsoft.com/office/drawing/2014/main" id="{70EE5809-A45A-0E47-3EEA-E4E9F6A9442B}"/>
                </a:ext>
              </a:extLst>
            </p:cNvPr>
            <p:cNvSpPr/>
            <p:nvPr/>
          </p:nvSpPr>
          <p:spPr>
            <a:xfrm flipV="1">
              <a:off x="11728450" y="5029200"/>
              <a:ext cx="304800" cy="96760"/>
            </a:xfrm>
            <a:custGeom>
              <a:avLst/>
              <a:gdLst/>
              <a:ahLst/>
              <a:cxnLst/>
              <a:rect l="l" t="t" r="r" b="b"/>
              <a:pathLst>
                <a:path w="906145">
                  <a:moveTo>
                    <a:pt x="906052" y="0"/>
                  </a:moveTo>
                  <a:lnTo>
                    <a:pt x="0" y="0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8" name="object 333">
              <a:extLst>
                <a:ext uri="{FF2B5EF4-FFF2-40B4-BE49-F238E27FC236}">
                  <a16:creationId xmlns:a16="http://schemas.microsoft.com/office/drawing/2014/main" id="{66DCDEAC-4B7D-F621-5987-96F4395E2E32}"/>
                </a:ext>
              </a:extLst>
            </p:cNvPr>
            <p:cNvSpPr/>
            <p:nvPr/>
          </p:nvSpPr>
          <p:spPr>
            <a:xfrm>
              <a:off x="11804650" y="4969317"/>
              <a:ext cx="137160" cy="287655"/>
            </a:xfrm>
            <a:custGeom>
              <a:avLst/>
              <a:gdLst/>
              <a:ahLst/>
              <a:cxnLst/>
              <a:rect l="l" t="t" r="r" b="b"/>
              <a:pathLst>
                <a:path w="299084" h="287655">
                  <a:moveTo>
                    <a:pt x="298886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298886" y="287204"/>
                  </a:lnTo>
                  <a:lnTo>
                    <a:pt x="298886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9" name="object 334">
              <a:extLst>
                <a:ext uri="{FF2B5EF4-FFF2-40B4-BE49-F238E27FC236}">
                  <a16:creationId xmlns:a16="http://schemas.microsoft.com/office/drawing/2014/main" id="{A60F1EB1-313A-876F-7686-7CE4C63B866B}"/>
                </a:ext>
              </a:extLst>
            </p:cNvPr>
            <p:cNvSpPr/>
            <p:nvPr/>
          </p:nvSpPr>
          <p:spPr>
            <a:xfrm>
              <a:off x="11804650" y="4969317"/>
              <a:ext cx="137160" cy="287655"/>
            </a:xfrm>
            <a:custGeom>
              <a:avLst/>
              <a:gdLst/>
              <a:ahLst/>
              <a:cxnLst/>
              <a:rect l="l" t="t" r="r" b="b"/>
              <a:pathLst>
                <a:path w="299084" h="287655">
                  <a:moveTo>
                    <a:pt x="298886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298886" y="0"/>
                  </a:lnTo>
                  <a:lnTo>
                    <a:pt x="298886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0" name="object 335">
              <a:extLst>
                <a:ext uri="{FF2B5EF4-FFF2-40B4-BE49-F238E27FC236}">
                  <a16:creationId xmlns:a16="http://schemas.microsoft.com/office/drawing/2014/main" id="{1105AF0A-2647-CA50-0AB1-2460875F94F5}"/>
                </a:ext>
              </a:extLst>
            </p:cNvPr>
            <p:cNvSpPr/>
            <p:nvPr/>
          </p:nvSpPr>
          <p:spPr>
            <a:xfrm>
              <a:off x="11880850" y="4964190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151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1" name="object 336">
              <a:extLst>
                <a:ext uri="{FF2B5EF4-FFF2-40B4-BE49-F238E27FC236}">
                  <a16:creationId xmlns:a16="http://schemas.microsoft.com/office/drawing/2014/main" id="{594906ED-525F-4EA2-C615-D837DEBEA51C}"/>
                </a:ext>
              </a:extLst>
            </p:cNvPr>
            <p:cNvSpPr/>
            <p:nvPr/>
          </p:nvSpPr>
          <p:spPr>
            <a:xfrm>
              <a:off x="11728450" y="4972355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2" name="object 337">
              <a:extLst>
                <a:ext uri="{FF2B5EF4-FFF2-40B4-BE49-F238E27FC236}">
                  <a16:creationId xmlns:a16="http://schemas.microsoft.com/office/drawing/2014/main" id="{B9FBEFD2-6407-9902-4BAE-FF103D2D2BAA}"/>
                </a:ext>
              </a:extLst>
            </p:cNvPr>
            <p:cNvSpPr/>
            <p:nvPr/>
          </p:nvSpPr>
          <p:spPr>
            <a:xfrm>
              <a:off x="12033250" y="4966301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5" name="object 332">
            <a:extLst>
              <a:ext uri="{FF2B5EF4-FFF2-40B4-BE49-F238E27FC236}">
                <a16:creationId xmlns:a16="http://schemas.microsoft.com/office/drawing/2014/main" id="{AEFC3956-BA6A-7996-4854-839FBFE39BDE}"/>
              </a:ext>
            </a:extLst>
          </p:cNvPr>
          <p:cNvSpPr/>
          <p:nvPr/>
        </p:nvSpPr>
        <p:spPr>
          <a:xfrm flipV="1">
            <a:off x="11736686" y="5385972"/>
            <a:ext cx="304800" cy="96760"/>
          </a:xfrm>
          <a:custGeom>
            <a:avLst/>
            <a:gdLst/>
            <a:ahLst/>
            <a:cxnLst/>
            <a:rect l="l" t="t" r="r" b="b"/>
            <a:pathLst>
              <a:path w="906145">
                <a:moveTo>
                  <a:pt x="906052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6" name="object 333">
            <a:extLst>
              <a:ext uri="{FF2B5EF4-FFF2-40B4-BE49-F238E27FC236}">
                <a16:creationId xmlns:a16="http://schemas.microsoft.com/office/drawing/2014/main" id="{D4B7EFD2-94D1-7039-DFB8-681AF416A0EE}"/>
              </a:ext>
            </a:extLst>
          </p:cNvPr>
          <p:cNvSpPr/>
          <p:nvPr/>
        </p:nvSpPr>
        <p:spPr>
          <a:xfrm>
            <a:off x="11812886" y="5326089"/>
            <a:ext cx="137160" cy="287655"/>
          </a:xfrm>
          <a:custGeom>
            <a:avLst/>
            <a:gdLst/>
            <a:ahLst/>
            <a:cxnLst/>
            <a:rect l="l" t="t" r="r" b="b"/>
            <a:pathLst>
              <a:path w="299084" h="287655">
                <a:moveTo>
                  <a:pt x="298886" y="0"/>
                </a:moveTo>
                <a:lnTo>
                  <a:pt x="0" y="0"/>
                </a:lnTo>
                <a:lnTo>
                  <a:pt x="0" y="287204"/>
                </a:lnTo>
                <a:lnTo>
                  <a:pt x="298886" y="287204"/>
                </a:lnTo>
                <a:lnTo>
                  <a:pt x="298886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7" name="object 334">
            <a:extLst>
              <a:ext uri="{FF2B5EF4-FFF2-40B4-BE49-F238E27FC236}">
                <a16:creationId xmlns:a16="http://schemas.microsoft.com/office/drawing/2014/main" id="{85838950-2CCC-FE94-B554-E1D652AF2DED}"/>
              </a:ext>
            </a:extLst>
          </p:cNvPr>
          <p:cNvSpPr/>
          <p:nvPr/>
        </p:nvSpPr>
        <p:spPr>
          <a:xfrm>
            <a:off x="11812886" y="5326089"/>
            <a:ext cx="137160" cy="287655"/>
          </a:xfrm>
          <a:custGeom>
            <a:avLst/>
            <a:gdLst/>
            <a:ahLst/>
            <a:cxnLst/>
            <a:rect l="l" t="t" r="r" b="b"/>
            <a:pathLst>
              <a:path w="299084" h="287655">
                <a:moveTo>
                  <a:pt x="298886" y="287204"/>
                </a:moveTo>
                <a:lnTo>
                  <a:pt x="0" y="287204"/>
                </a:lnTo>
                <a:lnTo>
                  <a:pt x="0" y="0"/>
                </a:lnTo>
                <a:lnTo>
                  <a:pt x="298886" y="0"/>
                </a:lnTo>
                <a:lnTo>
                  <a:pt x="298886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8" name="object 335">
            <a:extLst>
              <a:ext uri="{FF2B5EF4-FFF2-40B4-BE49-F238E27FC236}">
                <a16:creationId xmlns:a16="http://schemas.microsoft.com/office/drawing/2014/main" id="{E3ECB432-CDA6-5602-271B-879FA4E769FE}"/>
              </a:ext>
            </a:extLst>
          </p:cNvPr>
          <p:cNvSpPr/>
          <p:nvPr/>
        </p:nvSpPr>
        <p:spPr>
          <a:xfrm>
            <a:off x="11868912" y="5320962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5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9" name="object 336">
            <a:extLst>
              <a:ext uri="{FF2B5EF4-FFF2-40B4-BE49-F238E27FC236}">
                <a16:creationId xmlns:a16="http://schemas.microsoft.com/office/drawing/2014/main" id="{524FFC0D-8ECF-7040-0128-256EB44956B1}"/>
              </a:ext>
            </a:extLst>
          </p:cNvPr>
          <p:cNvSpPr/>
          <p:nvPr/>
        </p:nvSpPr>
        <p:spPr>
          <a:xfrm>
            <a:off x="11736686" y="5329127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5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0" name="object 337">
            <a:extLst>
              <a:ext uri="{FF2B5EF4-FFF2-40B4-BE49-F238E27FC236}">
                <a16:creationId xmlns:a16="http://schemas.microsoft.com/office/drawing/2014/main" id="{E9A8FB14-C09D-426A-AAF0-AB2FCFBA0457}"/>
              </a:ext>
            </a:extLst>
          </p:cNvPr>
          <p:cNvSpPr/>
          <p:nvPr/>
        </p:nvSpPr>
        <p:spPr>
          <a:xfrm>
            <a:off x="12041486" y="5323073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5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21" name="Group 620">
            <a:extLst>
              <a:ext uri="{FF2B5EF4-FFF2-40B4-BE49-F238E27FC236}">
                <a16:creationId xmlns:a16="http://schemas.microsoft.com/office/drawing/2014/main" id="{857A0053-A119-BCCB-BF32-13876B8323ED}"/>
              </a:ext>
            </a:extLst>
          </p:cNvPr>
          <p:cNvGrpSpPr/>
          <p:nvPr/>
        </p:nvGrpSpPr>
        <p:grpSpPr>
          <a:xfrm>
            <a:off x="11728450" y="6661150"/>
            <a:ext cx="304800" cy="295820"/>
            <a:chOff x="11728450" y="4964190"/>
            <a:chExt cx="304800" cy="295820"/>
          </a:xfrm>
        </p:grpSpPr>
        <p:sp>
          <p:nvSpPr>
            <p:cNvPr id="622" name="object 332">
              <a:extLst>
                <a:ext uri="{FF2B5EF4-FFF2-40B4-BE49-F238E27FC236}">
                  <a16:creationId xmlns:a16="http://schemas.microsoft.com/office/drawing/2014/main" id="{2585C6C9-0488-AC24-A661-AE754D987173}"/>
                </a:ext>
              </a:extLst>
            </p:cNvPr>
            <p:cNvSpPr/>
            <p:nvPr/>
          </p:nvSpPr>
          <p:spPr>
            <a:xfrm flipV="1">
              <a:off x="11728450" y="5029200"/>
              <a:ext cx="304800" cy="96760"/>
            </a:xfrm>
            <a:custGeom>
              <a:avLst/>
              <a:gdLst/>
              <a:ahLst/>
              <a:cxnLst/>
              <a:rect l="l" t="t" r="r" b="b"/>
              <a:pathLst>
                <a:path w="906145">
                  <a:moveTo>
                    <a:pt x="906052" y="0"/>
                  </a:moveTo>
                  <a:lnTo>
                    <a:pt x="0" y="0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3" name="object 333">
              <a:extLst>
                <a:ext uri="{FF2B5EF4-FFF2-40B4-BE49-F238E27FC236}">
                  <a16:creationId xmlns:a16="http://schemas.microsoft.com/office/drawing/2014/main" id="{2C1C2826-6EA3-5711-0300-39177A0807D7}"/>
                </a:ext>
              </a:extLst>
            </p:cNvPr>
            <p:cNvSpPr/>
            <p:nvPr/>
          </p:nvSpPr>
          <p:spPr>
            <a:xfrm>
              <a:off x="11804650" y="4969317"/>
              <a:ext cx="137160" cy="287655"/>
            </a:xfrm>
            <a:custGeom>
              <a:avLst/>
              <a:gdLst/>
              <a:ahLst/>
              <a:cxnLst/>
              <a:rect l="l" t="t" r="r" b="b"/>
              <a:pathLst>
                <a:path w="299084" h="287655">
                  <a:moveTo>
                    <a:pt x="298886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298886" y="287204"/>
                  </a:lnTo>
                  <a:lnTo>
                    <a:pt x="298886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4" name="object 334">
              <a:extLst>
                <a:ext uri="{FF2B5EF4-FFF2-40B4-BE49-F238E27FC236}">
                  <a16:creationId xmlns:a16="http://schemas.microsoft.com/office/drawing/2014/main" id="{114F5FC6-AC29-5FAC-B102-32A2768E1651}"/>
                </a:ext>
              </a:extLst>
            </p:cNvPr>
            <p:cNvSpPr/>
            <p:nvPr/>
          </p:nvSpPr>
          <p:spPr>
            <a:xfrm>
              <a:off x="11804650" y="4969317"/>
              <a:ext cx="137160" cy="287655"/>
            </a:xfrm>
            <a:custGeom>
              <a:avLst/>
              <a:gdLst/>
              <a:ahLst/>
              <a:cxnLst/>
              <a:rect l="l" t="t" r="r" b="b"/>
              <a:pathLst>
                <a:path w="299084" h="287655">
                  <a:moveTo>
                    <a:pt x="298886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298886" y="0"/>
                  </a:lnTo>
                  <a:lnTo>
                    <a:pt x="298886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5" name="object 335">
              <a:extLst>
                <a:ext uri="{FF2B5EF4-FFF2-40B4-BE49-F238E27FC236}">
                  <a16:creationId xmlns:a16="http://schemas.microsoft.com/office/drawing/2014/main" id="{10AA1920-2EAE-C65E-D70E-AF6B9F417A7C}"/>
                </a:ext>
              </a:extLst>
            </p:cNvPr>
            <p:cNvSpPr/>
            <p:nvPr/>
          </p:nvSpPr>
          <p:spPr>
            <a:xfrm>
              <a:off x="11880850" y="4964190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151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6" name="object 336">
              <a:extLst>
                <a:ext uri="{FF2B5EF4-FFF2-40B4-BE49-F238E27FC236}">
                  <a16:creationId xmlns:a16="http://schemas.microsoft.com/office/drawing/2014/main" id="{2DFB1646-32ED-E2B1-DD40-0AEBD6774092}"/>
                </a:ext>
              </a:extLst>
            </p:cNvPr>
            <p:cNvSpPr/>
            <p:nvPr/>
          </p:nvSpPr>
          <p:spPr>
            <a:xfrm>
              <a:off x="11728450" y="4972355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7" name="object 337">
              <a:extLst>
                <a:ext uri="{FF2B5EF4-FFF2-40B4-BE49-F238E27FC236}">
                  <a16:creationId xmlns:a16="http://schemas.microsoft.com/office/drawing/2014/main" id="{ACE08CD4-23A4-0765-AA18-830DAF34AFB4}"/>
                </a:ext>
              </a:extLst>
            </p:cNvPr>
            <p:cNvSpPr/>
            <p:nvPr/>
          </p:nvSpPr>
          <p:spPr>
            <a:xfrm>
              <a:off x="12033250" y="4966301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5" name="Group 634">
            <a:extLst>
              <a:ext uri="{FF2B5EF4-FFF2-40B4-BE49-F238E27FC236}">
                <a16:creationId xmlns:a16="http://schemas.microsoft.com/office/drawing/2014/main" id="{F781E81F-D99E-60CF-EC0A-66A59C21E606}"/>
              </a:ext>
            </a:extLst>
          </p:cNvPr>
          <p:cNvGrpSpPr/>
          <p:nvPr/>
        </p:nvGrpSpPr>
        <p:grpSpPr>
          <a:xfrm>
            <a:off x="11622313" y="5657208"/>
            <a:ext cx="258537" cy="295820"/>
            <a:chOff x="11622313" y="5657208"/>
            <a:chExt cx="258537" cy="295820"/>
          </a:xfrm>
        </p:grpSpPr>
        <p:sp>
          <p:nvSpPr>
            <p:cNvPr id="629" name="object 332">
              <a:extLst>
                <a:ext uri="{FF2B5EF4-FFF2-40B4-BE49-F238E27FC236}">
                  <a16:creationId xmlns:a16="http://schemas.microsoft.com/office/drawing/2014/main" id="{EFCD3705-C7F7-3C26-E2E4-58C67142D3E1}"/>
                </a:ext>
              </a:extLst>
            </p:cNvPr>
            <p:cNvSpPr/>
            <p:nvPr/>
          </p:nvSpPr>
          <p:spPr>
            <a:xfrm flipV="1">
              <a:off x="11622313" y="5722218"/>
              <a:ext cx="258537" cy="100732"/>
            </a:xfrm>
            <a:custGeom>
              <a:avLst/>
              <a:gdLst/>
              <a:ahLst/>
              <a:cxnLst/>
              <a:rect l="l" t="t" r="r" b="b"/>
              <a:pathLst>
                <a:path w="906145">
                  <a:moveTo>
                    <a:pt x="906052" y="0"/>
                  </a:moveTo>
                  <a:lnTo>
                    <a:pt x="0" y="0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0" name="object 333">
              <a:extLst>
                <a:ext uri="{FF2B5EF4-FFF2-40B4-BE49-F238E27FC236}">
                  <a16:creationId xmlns:a16="http://schemas.microsoft.com/office/drawing/2014/main" id="{D8DDCE3C-64A2-AB15-C394-C585A74E0D73}"/>
                </a:ext>
              </a:extLst>
            </p:cNvPr>
            <p:cNvSpPr/>
            <p:nvPr/>
          </p:nvSpPr>
          <p:spPr>
            <a:xfrm>
              <a:off x="11698513" y="5662335"/>
              <a:ext cx="106137" cy="287655"/>
            </a:xfrm>
            <a:custGeom>
              <a:avLst/>
              <a:gdLst/>
              <a:ahLst/>
              <a:cxnLst/>
              <a:rect l="l" t="t" r="r" b="b"/>
              <a:pathLst>
                <a:path w="299084" h="287655">
                  <a:moveTo>
                    <a:pt x="298886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298886" y="287204"/>
                  </a:lnTo>
                  <a:lnTo>
                    <a:pt x="298886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1" name="object 334">
              <a:extLst>
                <a:ext uri="{FF2B5EF4-FFF2-40B4-BE49-F238E27FC236}">
                  <a16:creationId xmlns:a16="http://schemas.microsoft.com/office/drawing/2014/main" id="{16DB561C-B9D6-8394-074B-E15B9AD4B2A1}"/>
                </a:ext>
              </a:extLst>
            </p:cNvPr>
            <p:cNvSpPr/>
            <p:nvPr/>
          </p:nvSpPr>
          <p:spPr>
            <a:xfrm>
              <a:off x="11698513" y="5662335"/>
              <a:ext cx="106137" cy="287655"/>
            </a:xfrm>
            <a:custGeom>
              <a:avLst/>
              <a:gdLst/>
              <a:ahLst/>
              <a:cxnLst/>
              <a:rect l="l" t="t" r="r" b="b"/>
              <a:pathLst>
                <a:path w="299084" h="287655">
                  <a:moveTo>
                    <a:pt x="298886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298886" y="0"/>
                  </a:lnTo>
                  <a:lnTo>
                    <a:pt x="298886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2" name="object 335">
              <a:extLst>
                <a:ext uri="{FF2B5EF4-FFF2-40B4-BE49-F238E27FC236}">
                  <a16:creationId xmlns:a16="http://schemas.microsoft.com/office/drawing/2014/main" id="{A91E8943-3791-3EFB-B56F-CE3FE2B490B5}"/>
                </a:ext>
              </a:extLst>
            </p:cNvPr>
            <p:cNvSpPr/>
            <p:nvPr/>
          </p:nvSpPr>
          <p:spPr>
            <a:xfrm>
              <a:off x="11768328" y="5657208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151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3" name="object 336">
              <a:extLst>
                <a:ext uri="{FF2B5EF4-FFF2-40B4-BE49-F238E27FC236}">
                  <a16:creationId xmlns:a16="http://schemas.microsoft.com/office/drawing/2014/main" id="{A6766C96-38AC-EA58-1791-5D5F486ED94C}"/>
                </a:ext>
              </a:extLst>
            </p:cNvPr>
            <p:cNvSpPr/>
            <p:nvPr/>
          </p:nvSpPr>
          <p:spPr>
            <a:xfrm>
              <a:off x="11622313" y="5665373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4" name="object 337">
              <a:extLst>
                <a:ext uri="{FF2B5EF4-FFF2-40B4-BE49-F238E27FC236}">
                  <a16:creationId xmlns:a16="http://schemas.microsoft.com/office/drawing/2014/main" id="{95E00D2F-2A30-919A-F45E-114AAC2725DE}"/>
                </a:ext>
              </a:extLst>
            </p:cNvPr>
            <p:cNvSpPr/>
            <p:nvPr/>
          </p:nvSpPr>
          <p:spPr>
            <a:xfrm>
              <a:off x="11880850" y="5657208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6" name="Group 635">
            <a:extLst>
              <a:ext uri="{FF2B5EF4-FFF2-40B4-BE49-F238E27FC236}">
                <a16:creationId xmlns:a16="http://schemas.microsoft.com/office/drawing/2014/main" id="{28B86657-1D77-80B2-8CFE-39CB69202F58}"/>
              </a:ext>
            </a:extLst>
          </p:cNvPr>
          <p:cNvGrpSpPr/>
          <p:nvPr/>
        </p:nvGrpSpPr>
        <p:grpSpPr>
          <a:xfrm>
            <a:off x="11574466" y="5993454"/>
            <a:ext cx="258537" cy="295820"/>
            <a:chOff x="11622313" y="5657208"/>
            <a:chExt cx="258537" cy="295820"/>
          </a:xfrm>
        </p:grpSpPr>
        <p:sp>
          <p:nvSpPr>
            <p:cNvPr id="637" name="object 332">
              <a:extLst>
                <a:ext uri="{FF2B5EF4-FFF2-40B4-BE49-F238E27FC236}">
                  <a16:creationId xmlns:a16="http://schemas.microsoft.com/office/drawing/2014/main" id="{C2838B85-E9A7-6E12-772F-4B719ADE1AE4}"/>
                </a:ext>
              </a:extLst>
            </p:cNvPr>
            <p:cNvSpPr/>
            <p:nvPr/>
          </p:nvSpPr>
          <p:spPr>
            <a:xfrm flipV="1">
              <a:off x="11622313" y="5722218"/>
              <a:ext cx="258537" cy="100732"/>
            </a:xfrm>
            <a:custGeom>
              <a:avLst/>
              <a:gdLst/>
              <a:ahLst/>
              <a:cxnLst/>
              <a:rect l="l" t="t" r="r" b="b"/>
              <a:pathLst>
                <a:path w="906145">
                  <a:moveTo>
                    <a:pt x="906052" y="0"/>
                  </a:moveTo>
                  <a:lnTo>
                    <a:pt x="0" y="0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8" name="object 333">
              <a:extLst>
                <a:ext uri="{FF2B5EF4-FFF2-40B4-BE49-F238E27FC236}">
                  <a16:creationId xmlns:a16="http://schemas.microsoft.com/office/drawing/2014/main" id="{2629F0B7-9054-B076-284D-506D7958B627}"/>
                </a:ext>
              </a:extLst>
            </p:cNvPr>
            <p:cNvSpPr/>
            <p:nvPr/>
          </p:nvSpPr>
          <p:spPr>
            <a:xfrm>
              <a:off x="11698513" y="5662335"/>
              <a:ext cx="106137" cy="287655"/>
            </a:xfrm>
            <a:custGeom>
              <a:avLst/>
              <a:gdLst/>
              <a:ahLst/>
              <a:cxnLst/>
              <a:rect l="l" t="t" r="r" b="b"/>
              <a:pathLst>
                <a:path w="299084" h="287655">
                  <a:moveTo>
                    <a:pt x="298886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298886" y="287204"/>
                  </a:lnTo>
                  <a:lnTo>
                    <a:pt x="298886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9" name="object 334">
              <a:extLst>
                <a:ext uri="{FF2B5EF4-FFF2-40B4-BE49-F238E27FC236}">
                  <a16:creationId xmlns:a16="http://schemas.microsoft.com/office/drawing/2014/main" id="{9DDC4C85-046A-9E30-171F-9A6954CC69CC}"/>
                </a:ext>
              </a:extLst>
            </p:cNvPr>
            <p:cNvSpPr/>
            <p:nvPr/>
          </p:nvSpPr>
          <p:spPr>
            <a:xfrm>
              <a:off x="11698513" y="5662335"/>
              <a:ext cx="106137" cy="287655"/>
            </a:xfrm>
            <a:custGeom>
              <a:avLst/>
              <a:gdLst/>
              <a:ahLst/>
              <a:cxnLst/>
              <a:rect l="l" t="t" r="r" b="b"/>
              <a:pathLst>
                <a:path w="299084" h="287655">
                  <a:moveTo>
                    <a:pt x="298886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298886" y="0"/>
                  </a:lnTo>
                  <a:lnTo>
                    <a:pt x="298886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0" name="object 335">
              <a:extLst>
                <a:ext uri="{FF2B5EF4-FFF2-40B4-BE49-F238E27FC236}">
                  <a16:creationId xmlns:a16="http://schemas.microsoft.com/office/drawing/2014/main" id="{4C706BF7-91D0-8F9C-19AE-10C4090B49E9}"/>
                </a:ext>
              </a:extLst>
            </p:cNvPr>
            <p:cNvSpPr/>
            <p:nvPr/>
          </p:nvSpPr>
          <p:spPr>
            <a:xfrm>
              <a:off x="11768328" y="5657208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151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1" name="object 336">
              <a:extLst>
                <a:ext uri="{FF2B5EF4-FFF2-40B4-BE49-F238E27FC236}">
                  <a16:creationId xmlns:a16="http://schemas.microsoft.com/office/drawing/2014/main" id="{BF041982-16C1-C6C9-B946-D8EDBAE2F664}"/>
                </a:ext>
              </a:extLst>
            </p:cNvPr>
            <p:cNvSpPr/>
            <p:nvPr/>
          </p:nvSpPr>
          <p:spPr>
            <a:xfrm>
              <a:off x="11622313" y="5665373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2" name="object 337">
              <a:extLst>
                <a:ext uri="{FF2B5EF4-FFF2-40B4-BE49-F238E27FC236}">
                  <a16:creationId xmlns:a16="http://schemas.microsoft.com/office/drawing/2014/main" id="{DC1BE175-8C52-825F-3B48-14C50EE57989}"/>
                </a:ext>
              </a:extLst>
            </p:cNvPr>
            <p:cNvSpPr/>
            <p:nvPr/>
          </p:nvSpPr>
          <p:spPr>
            <a:xfrm>
              <a:off x="11880850" y="5657208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5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4" name="object 332">
            <a:extLst>
              <a:ext uri="{FF2B5EF4-FFF2-40B4-BE49-F238E27FC236}">
                <a16:creationId xmlns:a16="http://schemas.microsoft.com/office/drawing/2014/main" id="{9910BDBF-2F12-C0A6-C355-9A491CFFFE33}"/>
              </a:ext>
            </a:extLst>
          </p:cNvPr>
          <p:cNvSpPr/>
          <p:nvPr/>
        </p:nvSpPr>
        <p:spPr>
          <a:xfrm flipV="1">
            <a:off x="11713464" y="6394709"/>
            <a:ext cx="304800" cy="96760"/>
          </a:xfrm>
          <a:custGeom>
            <a:avLst/>
            <a:gdLst/>
            <a:ahLst/>
            <a:cxnLst/>
            <a:rect l="l" t="t" r="r" b="b"/>
            <a:pathLst>
              <a:path w="906145">
                <a:moveTo>
                  <a:pt x="906052" y="0"/>
                </a:moveTo>
                <a:lnTo>
                  <a:pt x="0" y="0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5" name="object 333">
            <a:extLst>
              <a:ext uri="{FF2B5EF4-FFF2-40B4-BE49-F238E27FC236}">
                <a16:creationId xmlns:a16="http://schemas.microsoft.com/office/drawing/2014/main" id="{31A8DFB1-CEF3-6D58-E68C-893A56D7E418}"/>
              </a:ext>
            </a:extLst>
          </p:cNvPr>
          <p:cNvSpPr/>
          <p:nvPr/>
        </p:nvSpPr>
        <p:spPr>
          <a:xfrm>
            <a:off x="11759184" y="6341739"/>
            <a:ext cx="137160" cy="287655"/>
          </a:xfrm>
          <a:custGeom>
            <a:avLst/>
            <a:gdLst/>
            <a:ahLst/>
            <a:cxnLst/>
            <a:rect l="l" t="t" r="r" b="b"/>
            <a:pathLst>
              <a:path w="299084" h="287655">
                <a:moveTo>
                  <a:pt x="298886" y="0"/>
                </a:moveTo>
                <a:lnTo>
                  <a:pt x="0" y="0"/>
                </a:lnTo>
                <a:lnTo>
                  <a:pt x="0" y="287204"/>
                </a:lnTo>
                <a:lnTo>
                  <a:pt x="298886" y="287204"/>
                </a:lnTo>
                <a:lnTo>
                  <a:pt x="298886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6" name="object 334">
            <a:extLst>
              <a:ext uri="{FF2B5EF4-FFF2-40B4-BE49-F238E27FC236}">
                <a16:creationId xmlns:a16="http://schemas.microsoft.com/office/drawing/2014/main" id="{74E3353F-61F3-C01E-5AD9-C61DFEF97AB4}"/>
              </a:ext>
            </a:extLst>
          </p:cNvPr>
          <p:cNvSpPr/>
          <p:nvPr/>
        </p:nvSpPr>
        <p:spPr>
          <a:xfrm>
            <a:off x="11768328" y="6334651"/>
            <a:ext cx="128016" cy="287655"/>
          </a:xfrm>
          <a:custGeom>
            <a:avLst/>
            <a:gdLst/>
            <a:ahLst/>
            <a:cxnLst/>
            <a:rect l="l" t="t" r="r" b="b"/>
            <a:pathLst>
              <a:path w="299084" h="287655">
                <a:moveTo>
                  <a:pt x="298886" y="287204"/>
                </a:moveTo>
                <a:lnTo>
                  <a:pt x="0" y="287204"/>
                </a:lnTo>
                <a:lnTo>
                  <a:pt x="0" y="0"/>
                </a:lnTo>
                <a:lnTo>
                  <a:pt x="298886" y="0"/>
                </a:lnTo>
                <a:lnTo>
                  <a:pt x="298886" y="287204"/>
                </a:lnTo>
                <a:close/>
              </a:path>
            </a:pathLst>
          </a:custGeom>
          <a:ln w="10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7" name="object 335">
            <a:extLst>
              <a:ext uri="{FF2B5EF4-FFF2-40B4-BE49-F238E27FC236}">
                <a16:creationId xmlns:a16="http://schemas.microsoft.com/office/drawing/2014/main" id="{F7B1E717-5A4B-6BD7-D073-4D586C8DECEC}"/>
              </a:ext>
            </a:extLst>
          </p:cNvPr>
          <p:cNvSpPr/>
          <p:nvPr/>
        </p:nvSpPr>
        <p:spPr>
          <a:xfrm>
            <a:off x="11804650" y="6329699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5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1519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8" name="object 336">
            <a:extLst>
              <a:ext uri="{FF2B5EF4-FFF2-40B4-BE49-F238E27FC236}">
                <a16:creationId xmlns:a16="http://schemas.microsoft.com/office/drawing/2014/main" id="{E958C6C9-44E5-6166-D90E-75D379F06D3B}"/>
              </a:ext>
            </a:extLst>
          </p:cNvPr>
          <p:cNvSpPr/>
          <p:nvPr/>
        </p:nvSpPr>
        <p:spPr>
          <a:xfrm>
            <a:off x="11713464" y="6337864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5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9" name="object 337">
            <a:extLst>
              <a:ext uri="{FF2B5EF4-FFF2-40B4-BE49-F238E27FC236}">
                <a16:creationId xmlns:a16="http://schemas.microsoft.com/office/drawing/2014/main" id="{02C1E8DD-21D3-23EC-FBA5-8E014BBEDBAD}"/>
              </a:ext>
            </a:extLst>
          </p:cNvPr>
          <p:cNvSpPr/>
          <p:nvPr/>
        </p:nvSpPr>
        <p:spPr>
          <a:xfrm>
            <a:off x="12018264" y="6331810"/>
            <a:ext cx="0" cy="287655"/>
          </a:xfrm>
          <a:custGeom>
            <a:avLst/>
            <a:gdLst/>
            <a:ahLst/>
            <a:cxnLst/>
            <a:rect l="l" t="t" r="r" b="b"/>
            <a:pathLst>
              <a:path h="287655">
                <a:moveTo>
                  <a:pt x="0" y="0"/>
                </a:moveTo>
                <a:lnTo>
                  <a:pt x="0" y="287204"/>
                </a:lnTo>
              </a:path>
            </a:pathLst>
          </a:custGeom>
          <a:ln w="30396">
            <a:solidFill>
              <a:srgbClr val="5B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52" name="Group 651">
            <a:extLst>
              <a:ext uri="{FF2B5EF4-FFF2-40B4-BE49-F238E27FC236}">
                <a16:creationId xmlns:a16="http://schemas.microsoft.com/office/drawing/2014/main" id="{54D786BF-D218-E642-B49F-CD37473E6DFB}"/>
              </a:ext>
            </a:extLst>
          </p:cNvPr>
          <p:cNvGrpSpPr/>
          <p:nvPr/>
        </p:nvGrpSpPr>
        <p:grpSpPr>
          <a:xfrm>
            <a:off x="11728451" y="7666798"/>
            <a:ext cx="76200" cy="289752"/>
            <a:chOff x="11662673" y="8342009"/>
            <a:chExt cx="134883" cy="289752"/>
          </a:xfrm>
        </p:grpSpPr>
        <p:sp>
          <p:nvSpPr>
            <p:cNvPr id="653" name="object 521">
              <a:extLst>
                <a:ext uri="{FF2B5EF4-FFF2-40B4-BE49-F238E27FC236}">
                  <a16:creationId xmlns:a16="http://schemas.microsoft.com/office/drawing/2014/main" id="{ACC30BA2-1BA9-AD2D-5E09-7B3443FBB35A}"/>
                </a:ext>
              </a:extLst>
            </p:cNvPr>
            <p:cNvSpPr/>
            <p:nvPr/>
          </p:nvSpPr>
          <p:spPr>
            <a:xfrm>
              <a:off x="11662673" y="8487710"/>
              <a:ext cx="132715" cy="0"/>
            </a:xfrm>
            <a:custGeom>
              <a:avLst/>
              <a:gdLst/>
              <a:ahLst/>
              <a:cxnLst/>
              <a:rect l="l" t="t" r="r" b="b"/>
              <a:pathLst>
                <a:path w="132715">
                  <a:moveTo>
                    <a:pt x="132223" y="0"/>
                  </a:moveTo>
                  <a:lnTo>
                    <a:pt x="0" y="0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4" name="object 522">
              <a:extLst>
                <a:ext uri="{FF2B5EF4-FFF2-40B4-BE49-F238E27FC236}">
                  <a16:creationId xmlns:a16="http://schemas.microsoft.com/office/drawing/2014/main" id="{D1E0E416-BDF5-D760-338D-1CC5F75C9D12}"/>
                </a:ext>
              </a:extLst>
            </p:cNvPr>
            <p:cNvSpPr/>
            <p:nvPr/>
          </p:nvSpPr>
          <p:spPr>
            <a:xfrm>
              <a:off x="11704352" y="8342016"/>
              <a:ext cx="52069" cy="287655"/>
            </a:xfrm>
            <a:custGeom>
              <a:avLst/>
              <a:gdLst/>
              <a:ahLst/>
              <a:cxnLst/>
              <a:rect l="l" t="t" r="r" b="b"/>
              <a:pathLst>
                <a:path w="52070" h="287654">
                  <a:moveTo>
                    <a:pt x="51744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51744" y="287204"/>
                  </a:lnTo>
                  <a:lnTo>
                    <a:pt x="51744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5" name="object 523">
              <a:extLst>
                <a:ext uri="{FF2B5EF4-FFF2-40B4-BE49-F238E27FC236}">
                  <a16:creationId xmlns:a16="http://schemas.microsoft.com/office/drawing/2014/main" id="{3D3E483A-41F4-EED2-D90B-C9EB626DA3B8}"/>
                </a:ext>
              </a:extLst>
            </p:cNvPr>
            <p:cNvSpPr/>
            <p:nvPr/>
          </p:nvSpPr>
          <p:spPr>
            <a:xfrm>
              <a:off x="11704352" y="8342016"/>
              <a:ext cx="52069" cy="287655"/>
            </a:xfrm>
            <a:custGeom>
              <a:avLst/>
              <a:gdLst/>
              <a:ahLst/>
              <a:cxnLst/>
              <a:rect l="l" t="t" r="r" b="b"/>
              <a:pathLst>
                <a:path w="52070" h="287654">
                  <a:moveTo>
                    <a:pt x="51744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51744" y="0"/>
                  </a:lnTo>
                  <a:lnTo>
                    <a:pt x="51744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6" name="object 524">
              <a:extLst>
                <a:ext uri="{FF2B5EF4-FFF2-40B4-BE49-F238E27FC236}">
                  <a16:creationId xmlns:a16="http://schemas.microsoft.com/office/drawing/2014/main" id="{DB36482C-B7A9-8C36-1F37-85495ACB1A8E}"/>
                </a:ext>
              </a:extLst>
            </p:cNvPr>
            <p:cNvSpPr/>
            <p:nvPr/>
          </p:nvSpPr>
          <p:spPr>
            <a:xfrm>
              <a:off x="11719686" y="8344106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506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7" name="object 525">
              <a:extLst>
                <a:ext uri="{FF2B5EF4-FFF2-40B4-BE49-F238E27FC236}">
                  <a16:creationId xmlns:a16="http://schemas.microsoft.com/office/drawing/2014/main" id="{F6E9A405-899F-ECAD-842F-CC2DD2806FA1}"/>
                </a:ext>
              </a:extLst>
            </p:cNvPr>
            <p:cNvSpPr/>
            <p:nvPr/>
          </p:nvSpPr>
          <p:spPr>
            <a:xfrm>
              <a:off x="11665762" y="8342009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8" name="object 526">
              <a:extLst>
                <a:ext uri="{FF2B5EF4-FFF2-40B4-BE49-F238E27FC236}">
                  <a16:creationId xmlns:a16="http://schemas.microsoft.com/office/drawing/2014/main" id="{B7ED3CEA-C0CD-1D07-06F5-B561ED1D4463}"/>
                </a:ext>
              </a:extLst>
            </p:cNvPr>
            <p:cNvSpPr/>
            <p:nvPr/>
          </p:nvSpPr>
          <p:spPr>
            <a:xfrm>
              <a:off x="11797556" y="8342009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9" name="Group 658">
            <a:extLst>
              <a:ext uri="{FF2B5EF4-FFF2-40B4-BE49-F238E27FC236}">
                <a16:creationId xmlns:a16="http://schemas.microsoft.com/office/drawing/2014/main" id="{2D4C736D-66CA-E8A3-DC91-C6D59A5652F2}"/>
              </a:ext>
            </a:extLst>
          </p:cNvPr>
          <p:cNvGrpSpPr/>
          <p:nvPr/>
        </p:nvGrpSpPr>
        <p:grpSpPr>
          <a:xfrm flipH="1">
            <a:off x="11704320" y="8686800"/>
            <a:ext cx="45719" cy="289752"/>
            <a:chOff x="11662673" y="8342009"/>
            <a:chExt cx="134883" cy="289752"/>
          </a:xfrm>
        </p:grpSpPr>
        <p:sp>
          <p:nvSpPr>
            <p:cNvPr id="660" name="object 521">
              <a:extLst>
                <a:ext uri="{FF2B5EF4-FFF2-40B4-BE49-F238E27FC236}">
                  <a16:creationId xmlns:a16="http://schemas.microsoft.com/office/drawing/2014/main" id="{9B8BAC86-EE1E-71C9-6EFC-94635F56AB58}"/>
                </a:ext>
              </a:extLst>
            </p:cNvPr>
            <p:cNvSpPr/>
            <p:nvPr/>
          </p:nvSpPr>
          <p:spPr>
            <a:xfrm>
              <a:off x="11662673" y="8487710"/>
              <a:ext cx="132715" cy="0"/>
            </a:xfrm>
            <a:custGeom>
              <a:avLst/>
              <a:gdLst/>
              <a:ahLst/>
              <a:cxnLst/>
              <a:rect l="l" t="t" r="r" b="b"/>
              <a:pathLst>
                <a:path w="132715">
                  <a:moveTo>
                    <a:pt x="132223" y="0"/>
                  </a:moveTo>
                  <a:lnTo>
                    <a:pt x="0" y="0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1" name="object 522">
              <a:extLst>
                <a:ext uri="{FF2B5EF4-FFF2-40B4-BE49-F238E27FC236}">
                  <a16:creationId xmlns:a16="http://schemas.microsoft.com/office/drawing/2014/main" id="{E620B8DF-CA28-E5DB-F469-56FFD001226A}"/>
                </a:ext>
              </a:extLst>
            </p:cNvPr>
            <p:cNvSpPr/>
            <p:nvPr/>
          </p:nvSpPr>
          <p:spPr>
            <a:xfrm>
              <a:off x="11704352" y="8342016"/>
              <a:ext cx="52069" cy="287655"/>
            </a:xfrm>
            <a:custGeom>
              <a:avLst/>
              <a:gdLst/>
              <a:ahLst/>
              <a:cxnLst/>
              <a:rect l="l" t="t" r="r" b="b"/>
              <a:pathLst>
                <a:path w="52070" h="287654">
                  <a:moveTo>
                    <a:pt x="51744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51744" y="287204"/>
                  </a:lnTo>
                  <a:lnTo>
                    <a:pt x="51744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2" name="object 523">
              <a:extLst>
                <a:ext uri="{FF2B5EF4-FFF2-40B4-BE49-F238E27FC236}">
                  <a16:creationId xmlns:a16="http://schemas.microsoft.com/office/drawing/2014/main" id="{92EE614E-99B5-E7AF-F6CD-D1BAA5F58000}"/>
                </a:ext>
              </a:extLst>
            </p:cNvPr>
            <p:cNvSpPr/>
            <p:nvPr/>
          </p:nvSpPr>
          <p:spPr>
            <a:xfrm>
              <a:off x="11704352" y="8342016"/>
              <a:ext cx="52069" cy="287655"/>
            </a:xfrm>
            <a:custGeom>
              <a:avLst/>
              <a:gdLst/>
              <a:ahLst/>
              <a:cxnLst/>
              <a:rect l="l" t="t" r="r" b="b"/>
              <a:pathLst>
                <a:path w="52070" h="287654">
                  <a:moveTo>
                    <a:pt x="51744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51744" y="0"/>
                  </a:lnTo>
                  <a:lnTo>
                    <a:pt x="51744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3" name="object 524">
              <a:extLst>
                <a:ext uri="{FF2B5EF4-FFF2-40B4-BE49-F238E27FC236}">
                  <a16:creationId xmlns:a16="http://schemas.microsoft.com/office/drawing/2014/main" id="{A9F59013-2FE7-C789-85E4-073D28A2C17D}"/>
                </a:ext>
              </a:extLst>
            </p:cNvPr>
            <p:cNvSpPr/>
            <p:nvPr/>
          </p:nvSpPr>
          <p:spPr>
            <a:xfrm>
              <a:off x="11719686" y="8344106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506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4" name="object 525">
              <a:extLst>
                <a:ext uri="{FF2B5EF4-FFF2-40B4-BE49-F238E27FC236}">
                  <a16:creationId xmlns:a16="http://schemas.microsoft.com/office/drawing/2014/main" id="{641CFEA6-9724-4DA2-2540-B9CA1CD95A74}"/>
                </a:ext>
              </a:extLst>
            </p:cNvPr>
            <p:cNvSpPr/>
            <p:nvPr/>
          </p:nvSpPr>
          <p:spPr>
            <a:xfrm>
              <a:off x="11665762" y="8342009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5" name="object 526">
              <a:extLst>
                <a:ext uri="{FF2B5EF4-FFF2-40B4-BE49-F238E27FC236}">
                  <a16:creationId xmlns:a16="http://schemas.microsoft.com/office/drawing/2014/main" id="{8F8A6BC6-4272-1971-1519-9E5B5EF06252}"/>
                </a:ext>
              </a:extLst>
            </p:cNvPr>
            <p:cNvSpPr/>
            <p:nvPr/>
          </p:nvSpPr>
          <p:spPr>
            <a:xfrm>
              <a:off x="11797556" y="8342009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66" name="Group 665">
            <a:extLst>
              <a:ext uri="{FF2B5EF4-FFF2-40B4-BE49-F238E27FC236}">
                <a16:creationId xmlns:a16="http://schemas.microsoft.com/office/drawing/2014/main" id="{F21D4325-314E-81D6-02F2-562B521428EC}"/>
              </a:ext>
            </a:extLst>
          </p:cNvPr>
          <p:cNvGrpSpPr/>
          <p:nvPr/>
        </p:nvGrpSpPr>
        <p:grpSpPr>
          <a:xfrm flipH="1">
            <a:off x="11722608" y="9023350"/>
            <a:ext cx="45719" cy="289752"/>
            <a:chOff x="11662673" y="8342009"/>
            <a:chExt cx="134883" cy="289752"/>
          </a:xfrm>
        </p:grpSpPr>
        <p:sp>
          <p:nvSpPr>
            <p:cNvPr id="667" name="object 521">
              <a:extLst>
                <a:ext uri="{FF2B5EF4-FFF2-40B4-BE49-F238E27FC236}">
                  <a16:creationId xmlns:a16="http://schemas.microsoft.com/office/drawing/2014/main" id="{14F89163-9B6C-D88F-C9E9-90D22C317C70}"/>
                </a:ext>
              </a:extLst>
            </p:cNvPr>
            <p:cNvSpPr/>
            <p:nvPr/>
          </p:nvSpPr>
          <p:spPr>
            <a:xfrm>
              <a:off x="11662673" y="8487710"/>
              <a:ext cx="132715" cy="0"/>
            </a:xfrm>
            <a:custGeom>
              <a:avLst/>
              <a:gdLst/>
              <a:ahLst/>
              <a:cxnLst/>
              <a:rect l="l" t="t" r="r" b="b"/>
              <a:pathLst>
                <a:path w="132715">
                  <a:moveTo>
                    <a:pt x="132223" y="0"/>
                  </a:moveTo>
                  <a:lnTo>
                    <a:pt x="0" y="0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8" name="object 522">
              <a:extLst>
                <a:ext uri="{FF2B5EF4-FFF2-40B4-BE49-F238E27FC236}">
                  <a16:creationId xmlns:a16="http://schemas.microsoft.com/office/drawing/2014/main" id="{57D7402B-0390-6A3A-7124-3365F0686C20}"/>
                </a:ext>
              </a:extLst>
            </p:cNvPr>
            <p:cNvSpPr/>
            <p:nvPr/>
          </p:nvSpPr>
          <p:spPr>
            <a:xfrm>
              <a:off x="11704352" y="8342016"/>
              <a:ext cx="52069" cy="287655"/>
            </a:xfrm>
            <a:custGeom>
              <a:avLst/>
              <a:gdLst/>
              <a:ahLst/>
              <a:cxnLst/>
              <a:rect l="l" t="t" r="r" b="b"/>
              <a:pathLst>
                <a:path w="52070" h="287654">
                  <a:moveTo>
                    <a:pt x="51744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51744" y="287204"/>
                  </a:lnTo>
                  <a:lnTo>
                    <a:pt x="51744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9" name="object 523">
              <a:extLst>
                <a:ext uri="{FF2B5EF4-FFF2-40B4-BE49-F238E27FC236}">
                  <a16:creationId xmlns:a16="http://schemas.microsoft.com/office/drawing/2014/main" id="{4661CD59-712E-2DC8-33C4-A248D5C60A5A}"/>
                </a:ext>
              </a:extLst>
            </p:cNvPr>
            <p:cNvSpPr/>
            <p:nvPr/>
          </p:nvSpPr>
          <p:spPr>
            <a:xfrm>
              <a:off x="11704352" y="8342016"/>
              <a:ext cx="52069" cy="287655"/>
            </a:xfrm>
            <a:custGeom>
              <a:avLst/>
              <a:gdLst/>
              <a:ahLst/>
              <a:cxnLst/>
              <a:rect l="l" t="t" r="r" b="b"/>
              <a:pathLst>
                <a:path w="52070" h="287654">
                  <a:moveTo>
                    <a:pt x="51744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51744" y="0"/>
                  </a:lnTo>
                  <a:lnTo>
                    <a:pt x="51744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0" name="object 524">
              <a:extLst>
                <a:ext uri="{FF2B5EF4-FFF2-40B4-BE49-F238E27FC236}">
                  <a16:creationId xmlns:a16="http://schemas.microsoft.com/office/drawing/2014/main" id="{B9BB2B68-D6EA-0832-0D05-684A0FB113AD}"/>
                </a:ext>
              </a:extLst>
            </p:cNvPr>
            <p:cNvSpPr/>
            <p:nvPr/>
          </p:nvSpPr>
          <p:spPr>
            <a:xfrm>
              <a:off x="11719686" y="8344106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506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1" name="object 525">
              <a:extLst>
                <a:ext uri="{FF2B5EF4-FFF2-40B4-BE49-F238E27FC236}">
                  <a16:creationId xmlns:a16="http://schemas.microsoft.com/office/drawing/2014/main" id="{9DA82D4A-9CE7-575D-485C-568A97A6C199}"/>
                </a:ext>
              </a:extLst>
            </p:cNvPr>
            <p:cNvSpPr/>
            <p:nvPr/>
          </p:nvSpPr>
          <p:spPr>
            <a:xfrm>
              <a:off x="11665762" y="8342009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2" name="object 526">
              <a:extLst>
                <a:ext uri="{FF2B5EF4-FFF2-40B4-BE49-F238E27FC236}">
                  <a16:creationId xmlns:a16="http://schemas.microsoft.com/office/drawing/2014/main" id="{15C69063-1D46-EAD2-85D8-7C185B93F008}"/>
                </a:ext>
              </a:extLst>
            </p:cNvPr>
            <p:cNvSpPr/>
            <p:nvPr/>
          </p:nvSpPr>
          <p:spPr>
            <a:xfrm>
              <a:off x="11797556" y="8342009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73" name="Group 672">
            <a:extLst>
              <a:ext uri="{FF2B5EF4-FFF2-40B4-BE49-F238E27FC236}">
                <a16:creationId xmlns:a16="http://schemas.microsoft.com/office/drawing/2014/main" id="{06F1B0DE-0E6B-522A-1A16-CDC52A2F84AC}"/>
              </a:ext>
            </a:extLst>
          </p:cNvPr>
          <p:cNvGrpSpPr/>
          <p:nvPr/>
        </p:nvGrpSpPr>
        <p:grpSpPr>
          <a:xfrm flipH="1">
            <a:off x="11695176" y="8010144"/>
            <a:ext cx="45719" cy="289752"/>
            <a:chOff x="11662673" y="8342009"/>
            <a:chExt cx="134883" cy="289752"/>
          </a:xfrm>
        </p:grpSpPr>
        <p:sp>
          <p:nvSpPr>
            <p:cNvPr id="674" name="object 521">
              <a:extLst>
                <a:ext uri="{FF2B5EF4-FFF2-40B4-BE49-F238E27FC236}">
                  <a16:creationId xmlns:a16="http://schemas.microsoft.com/office/drawing/2014/main" id="{4CBDAD42-5AE7-BD86-2D26-4C7004CBAA31}"/>
                </a:ext>
              </a:extLst>
            </p:cNvPr>
            <p:cNvSpPr/>
            <p:nvPr/>
          </p:nvSpPr>
          <p:spPr>
            <a:xfrm>
              <a:off x="11662673" y="8487710"/>
              <a:ext cx="132715" cy="0"/>
            </a:xfrm>
            <a:custGeom>
              <a:avLst/>
              <a:gdLst/>
              <a:ahLst/>
              <a:cxnLst/>
              <a:rect l="l" t="t" r="r" b="b"/>
              <a:pathLst>
                <a:path w="132715">
                  <a:moveTo>
                    <a:pt x="132223" y="0"/>
                  </a:moveTo>
                  <a:lnTo>
                    <a:pt x="0" y="0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5" name="object 522">
              <a:extLst>
                <a:ext uri="{FF2B5EF4-FFF2-40B4-BE49-F238E27FC236}">
                  <a16:creationId xmlns:a16="http://schemas.microsoft.com/office/drawing/2014/main" id="{064A2F8F-3F54-74EC-1A4F-6C56EB2E363E}"/>
                </a:ext>
              </a:extLst>
            </p:cNvPr>
            <p:cNvSpPr/>
            <p:nvPr/>
          </p:nvSpPr>
          <p:spPr>
            <a:xfrm>
              <a:off x="11704352" y="8342016"/>
              <a:ext cx="52069" cy="287655"/>
            </a:xfrm>
            <a:custGeom>
              <a:avLst/>
              <a:gdLst/>
              <a:ahLst/>
              <a:cxnLst/>
              <a:rect l="l" t="t" r="r" b="b"/>
              <a:pathLst>
                <a:path w="52070" h="287654">
                  <a:moveTo>
                    <a:pt x="51744" y="0"/>
                  </a:moveTo>
                  <a:lnTo>
                    <a:pt x="0" y="0"/>
                  </a:lnTo>
                  <a:lnTo>
                    <a:pt x="0" y="287204"/>
                  </a:lnTo>
                  <a:lnTo>
                    <a:pt x="51744" y="287204"/>
                  </a:lnTo>
                  <a:lnTo>
                    <a:pt x="51744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6" name="object 523">
              <a:extLst>
                <a:ext uri="{FF2B5EF4-FFF2-40B4-BE49-F238E27FC236}">
                  <a16:creationId xmlns:a16="http://schemas.microsoft.com/office/drawing/2014/main" id="{89C34CDC-C58B-71AB-F19E-D55C4C4D26A7}"/>
                </a:ext>
              </a:extLst>
            </p:cNvPr>
            <p:cNvSpPr/>
            <p:nvPr/>
          </p:nvSpPr>
          <p:spPr>
            <a:xfrm>
              <a:off x="11704352" y="8342016"/>
              <a:ext cx="52069" cy="287655"/>
            </a:xfrm>
            <a:custGeom>
              <a:avLst/>
              <a:gdLst/>
              <a:ahLst/>
              <a:cxnLst/>
              <a:rect l="l" t="t" r="r" b="b"/>
              <a:pathLst>
                <a:path w="52070" h="287654">
                  <a:moveTo>
                    <a:pt x="51744" y="287204"/>
                  </a:moveTo>
                  <a:lnTo>
                    <a:pt x="0" y="287204"/>
                  </a:lnTo>
                  <a:lnTo>
                    <a:pt x="0" y="0"/>
                  </a:lnTo>
                  <a:lnTo>
                    <a:pt x="51744" y="0"/>
                  </a:lnTo>
                  <a:lnTo>
                    <a:pt x="51744" y="287204"/>
                  </a:lnTo>
                  <a:close/>
                </a:path>
              </a:pathLst>
            </a:custGeom>
            <a:ln w="10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7" name="object 524">
              <a:extLst>
                <a:ext uri="{FF2B5EF4-FFF2-40B4-BE49-F238E27FC236}">
                  <a16:creationId xmlns:a16="http://schemas.microsoft.com/office/drawing/2014/main" id="{DEF2217C-598E-F891-D05B-C19680B6EFC9}"/>
                </a:ext>
              </a:extLst>
            </p:cNvPr>
            <p:cNvSpPr/>
            <p:nvPr/>
          </p:nvSpPr>
          <p:spPr>
            <a:xfrm>
              <a:off x="11719686" y="8344106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506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8" name="object 525">
              <a:extLst>
                <a:ext uri="{FF2B5EF4-FFF2-40B4-BE49-F238E27FC236}">
                  <a16:creationId xmlns:a16="http://schemas.microsoft.com/office/drawing/2014/main" id="{DE48BAB9-A57F-48FF-9A8B-75A3B0EADF9A}"/>
                </a:ext>
              </a:extLst>
            </p:cNvPr>
            <p:cNvSpPr/>
            <p:nvPr/>
          </p:nvSpPr>
          <p:spPr>
            <a:xfrm>
              <a:off x="11665762" y="8342009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9" name="object 526">
              <a:extLst>
                <a:ext uri="{FF2B5EF4-FFF2-40B4-BE49-F238E27FC236}">
                  <a16:creationId xmlns:a16="http://schemas.microsoft.com/office/drawing/2014/main" id="{71CE4BF3-08A6-F5BE-0634-5EB6C72488AF}"/>
                </a:ext>
              </a:extLst>
            </p:cNvPr>
            <p:cNvSpPr/>
            <p:nvPr/>
          </p:nvSpPr>
          <p:spPr>
            <a:xfrm>
              <a:off x="11797556" y="8342009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04"/>
                  </a:lnTo>
                </a:path>
              </a:pathLst>
            </a:custGeom>
            <a:ln w="30396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74817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</TotalTime>
  <Words>555</Words>
  <Application>Microsoft Macintosh PowerPoint</Application>
  <PresentationFormat>Custom</PresentationFormat>
  <Paragraphs>296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Apple SD Gothic Neo</vt:lpstr>
      <vt:lpstr>Aptos</vt:lpstr>
      <vt:lpstr>Arial</vt:lpstr>
      <vt:lpstr>Calibri</vt:lpstr>
      <vt:lpstr>Microsoft Sans Serif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纪淞 王</dc:creator>
  <cp:lastModifiedBy>Sichun Mei</cp:lastModifiedBy>
  <cp:revision>11</cp:revision>
  <dcterms:created xsi:type="dcterms:W3CDTF">2026-01-13T18:29:42Z</dcterms:created>
  <dcterms:modified xsi:type="dcterms:W3CDTF">2026-01-26T23:44:11Z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2025-11-29T00:00:00Z</vt:filetime>
  </property>
  <property fmtid="{D5CDD505-2E9C-101B-9397-08002B2CF9AE}" pid="3" name="Creator">
    <vt:lpwstr>Acrobat PDFMaker 25 for PowerPoint</vt:lpwstr>
  </property>
  <property fmtid="{D5CDD505-2E9C-101B-9397-08002B2CF9AE}" pid="4" name="LastSaved">
    <vt:filetime>2026-01-13T00:00:00Z</vt:filetime>
  </property>
  <property fmtid="{D5CDD505-2E9C-101B-9397-08002B2CF9AE}" pid="5" name="Producer">
    <vt:lpwstr>Adobe PDF Library 25.1.201</vt:lpwstr>
  </property>
</Properties>
</file>